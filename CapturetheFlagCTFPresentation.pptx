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notesMasterIdLst>
    <p:notesMasterId r:id="rId15"/>
  </p:notesMasterIdLst>
  <p:sldIdLst>
    <p:sldId id="256" r:id="rId5"/>
    <p:sldId id="268" r:id="rId6"/>
    <p:sldId id="269" r:id="rId7"/>
    <p:sldId id="271" r:id="rId8"/>
    <p:sldId id="273" r:id="rId9"/>
    <p:sldId id="274" r:id="rId10"/>
    <p:sldId id="262" r:id="rId11"/>
    <p:sldId id="263"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Brocker" initials="JB" lastIdx="2" clrIdx="0">
    <p:extLst>
      <p:ext uri="{19B8F6BF-5375-455C-9EA6-DF929625EA0E}">
        <p15:presenceInfo xmlns:p15="http://schemas.microsoft.com/office/powerpoint/2012/main" userId="S::james.brocker@umgc.edu::0e89e2b5-1768-4289-bf71-bb44f6815a86" providerId="AD"/>
      </p:ext>
    </p:extLst>
  </p:cmAuthor>
  <p:cmAuthor id="2" name="Andrew Rider" initials="AR" lastIdx="1" clrIdx="1">
    <p:extLst>
      <p:ext uri="{19B8F6BF-5375-455C-9EA6-DF929625EA0E}">
        <p15:presenceInfo xmlns:p15="http://schemas.microsoft.com/office/powerpoint/2012/main" userId="S::andrew.rider@umgc.edu::9a12dd1c-d6a2-4e3d-a8b1-52abfe815d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3A1C3-E5EA-404B-9A6F-553433799108}" v="49" dt="2026-04-25T21:00:08.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44" autoAdjust="0"/>
    <p:restoredTop sz="86409" autoAdjust="0"/>
  </p:normalViewPr>
  <p:slideViewPr>
    <p:cSldViewPr snapToGrid="0">
      <p:cViewPr varScale="1">
        <p:scale>
          <a:sx n="71" d="100"/>
          <a:sy n="71" d="100"/>
        </p:scale>
        <p:origin x="816"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tasha Kellon" userId="0a5fb6835fd0541d" providerId="LiveId" clId="{6064F1F2-91FF-41C2-B9E1-30CC397D70A5}"/>
    <pc:docChg chg="undo custSel modSld">
      <pc:chgData name="Latasha Kellon" userId="0a5fb6835fd0541d" providerId="LiveId" clId="{6064F1F2-91FF-41C2-B9E1-30CC397D70A5}" dt="2026-04-25T20:59:14.903" v="1177" actId="20577"/>
      <pc:docMkLst>
        <pc:docMk/>
      </pc:docMkLst>
      <pc:sldChg chg="addSp delSp modSp mod modAnim modNotesTx">
        <pc:chgData name="Latasha Kellon" userId="0a5fb6835fd0541d" providerId="LiveId" clId="{6064F1F2-91FF-41C2-B9E1-30CC397D70A5}" dt="2026-04-25T20:59:14.903" v="1177" actId="20577"/>
        <pc:sldMkLst>
          <pc:docMk/>
          <pc:sldMk cId="172676112" sldId="262"/>
        </pc:sldMkLst>
        <pc:spChg chg="add del mod">
          <ac:chgData name="Latasha Kellon" userId="0a5fb6835fd0541d" providerId="LiveId" clId="{6064F1F2-91FF-41C2-B9E1-30CC397D70A5}" dt="2026-04-25T15:16:04.607" v="565"/>
          <ac:spMkLst>
            <pc:docMk/>
            <pc:sldMk cId="172676112" sldId="262"/>
            <ac:spMk id="3" creationId="{1031E4F2-E053-D1CE-A375-B3973CF07993}"/>
          </ac:spMkLst>
        </pc:spChg>
        <pc:spChg chg="mod">
          <ac:chgData name="Latasha Kellon" userId="0a5fb6835fd0541d" providerId="LiveId" clId="{6064F1F2-91FF-41C2-B9E1-30CC397D70A5}" dt="2026-04-25T15:22:15.383" v="614" actId="1076"/>
          <ac:spMkLst>
            <pc:docMk/>
            <pc:sldMk cId="172676112" sldId="262"/>
            <ac:spMk id="4" creationId="{6FC6BB2A-2657-9FAB-5B20-300A75AC32D5}"/>
          </ac:spMkLst>
        </pc:spChg>
        <pc:spChg chg="del mod">
          <ac:chgData name="Latasha Kellon" userId="0a5fb6835fd0541d" providerId="LiveId" clId="{6064F1F2-91FF-41C2-B9E1-30CC397D70A5}" dt="2026-04-25T20:53:35.648" v="795"/>
          <ac:spMkLst>
            <pc:docMk/>
            <pc:sldMk cId="172676112" sldId="262"/>
            <ac:spMk id="5" creationId="{594F5C8C-7D9A-47C4-70CA-F6B5AB36D151}"/>
          </ac:spMkLst>
        </pc:spChg>
        <pc:spChg chg="add del mod">
          <ac:chgData name="Latasha Kellon" userId="0a5fb6835fd0541d" providerId="LiveId" clId="{6064F1F2-91FF-41C2-B9E1-30CC397D70A5}" dt="2026-04-25T15:17:56.936" v="575"/>
          <ac:spMkLst>
            <pc:docMk/>
            <pc:sldMk cId="172676112" sldId="262"/>
            <ac:spMk id="6" creationId="{ECA9B17B-BDBA-B4DB-A4E2-CB1B495A1233}"/>
          </ac:spMkLst>
        </pc:spChg>
        <pc:spChg chg="add del mod">
          <ac:chgData name="Latasha Kellon" userId="0a5fb6835fd0541d" providerId="LiveId" clId="{6064F1F2-91FF-41C2-B9E1-30CC397D70A5}" dt="2026-04-25T15:17:56.936" v="577"/>
          <ac:spMkLst>
            <pc:docMk/>
            <pc:sldMk cId="172676112" sldId="262"/>
            <ac:spMk id="7" creationId="{5F4EDE9C-9136-85BC-C0B8-F2A5A9384F42}"/>
          </ac:spMkLst>
        </pc:spChg>
        <pc:spChg chg="add del mod">
          <ac:chgData name="Latasha Kellon" userId="0a5fb6835fd0541d" providerId="LiveId" clId="{6064F1F2-91FF-41C2-B9E1-30CC397D70A5}" dt="2026-04-25T15:19:13.552" v="589"/>
          <ac:spMkLst>
            <pc:docMk/>
            <pc:sldMk cId="172676112" sldId="262"/>
            <ac:spMk id="8" creationId="{373CD83B-AF83-5B3B-5080-742CB56E13F6}"/>
          </ac:spMkLst>
        </pc:spChg>
        <pc:spChg chg="add del mod">
          <ac:chgData name="Latasha Kellon" userId="0a5fb6835fd0541d" providerId="LiveId" clId="{6064F1F2-91FF-41C2-B9E1-30CC397D70A5}" dt="2026-04-25T15:20:28.582" v="597" actId="47"/>
          <ac:spMkLst>
            <pc:docMk/>
            <pc:sldMk cId="172676112" sldId="262"/>
            <ac:spMk id="11" creationId="{B8A5A18D-55D1-7951-E827-AF03EA698558}"/>
          </ac:spMkLst>
        </pc:spChg>
        <pc:picChg chg="add mod">
          <ac:chgData name="Latasha Kellon" userId="0a5fb6835fd0541d" providerId="LiveId" clId="{6064F1F2-91FF-41C2-B9E1-30CC397D70A5}" dt="2026-04-25T15:21:57.799" v="613" actId="14100"/>
          <ac:picMkLst>
            <pc:docMk/>
            <pc:sldMk cId="172676112" sldId="262"/>
            <ac:picMk id="10" creationId="{4D095D7C-D4A1-8959-45FB-B0E0F0DDFB46}"/>
          </ac:picMkLst>
        </pc:picChg>
        <pc:picChg chg="add del mod">
          <ac:chgData name="Latasha Kellon" userId="0a5fb6835fd0541d" providerId="LiveId" clId="{6064F1F2-91FF-41C2-B9E1-30CC397D70A5}" dt="2026-04-25T15:20:32.221" v="598" actId="478"/>
          <ac:picMkLst>
            <pc:docMk/>
            <pc:sldMk cId="172676112" sldId="262"/>
            <ac:picMk id="13" creationId="{A8F0080D-A33A-3303-1087-60E6D34541AC}"/>
          </ac:picMkLst>
        </pc:picChg>
        <pc:picChg chg="add mod">
          <ac:chgData name="Latasha Kellon" userId="0a5fb6835fd0541d" providerId="LiveId" clId="{6064F1F2-91FF-41C2-B9E1-30CC397D70A5}" dt="2026-04-25T20:53:35.648" v="795"/>
          <ac:picMkLst>
            <pc:docMk/>
            <pc:sldMk cId="172676112" sldId="262"/>
            <ac:picMk id="14" creationId="{641AFF20-17AF-9D85-5545-70C716732CBB}"/>
          </ac:picMkLst>
        </pc:picChg>
      </pc:sldChg>
      <pc:sldChg chg="addSp delSp modSp mod modAnim">
        <pc:chgData name="Latasha Kellon" userId="0a5fb6835fd0541d" providerId="LiveId" clId="{6064F1F2-91FF-41C2-B9E1-30CC397D70A5}" dt="2026-04-25T20:53:00.819" v="767"/>
        <pc:sldMkLst>
          <pc:docMk/>
          <pc:sldMk cId="4203410019" sldId="263"/>
        </pc:sldMkLst>
        <pc:spChg chg="add mod">
          <ac:chgData name="Latasha Kellon" userId="0a5fb6835fd0541d" providerId="LiveId" clId="{6064F1F2-91FF-41C2-B9E1-30CC397D70A5}" dt="2026-04-25T15:35:27.930" v="675" actId="1076"/>
          <ac:spMkLst>
            <pc:docMk/>
            <pc:sldMk cId="4203410019" sldId="263"/>
            <ac:spMk id="3" creationId="{A1989CD4-08C1-1EE2-C89E-A62767B53607}"/>
          </ac:spMkLst>
        </pc:spChg>
        <pc:spChg chg="mod">
          <ac:chgData name="Latasha Kellon" userId="0a5fb6835fd0541d" providerId="LiveId" clId="{6064F1F2-91FF-41C2-B9E1-30CC397D70A5}" dt="2026-04-25T15:23:41.768" v="616" actId="14100"/>
          <ac:spMkLst>
            <pc:docMk/>
            <pc:sldMk cId="4203410019" sldId="263"/>
            <ac:spMk id="4" creationId="{65564FB2-0BAD-EF66-C695-75B5E213AD24}"/>
          </ac:spMkLst>
        </pc:spChg>
        <pc:spChg chg="del mod">
          <ac:chgData name="Latasha Kellon" userId="0a5fb6835fd0541d" providerId="LiveId" clId="{6064F1F2-91FF-41C2-B9E1-30CC397D70A5}" dt="2026-04-25T20:53:00.819" v="767"/>
          <ac:spMkLst>
            <pc:docMk/>
            <pc:sldMk cId="4203410019" sldId="263"/>
            <ac:spMk id="5" creationId="{C52F7D2B-E0B8-0B13-E488-94B66E557BC3}"/>
          </ac:spMkLst>
        </pc:spChg>
        <pc:picChg chg="add mod">
          <ac:chgData name="Latasha Kellon" userId="0a5fb6835fd0541d" providerId="LiveId" clId="{6064F1F2-91FF-41C2-B9E1-30CC397D70A5}" dt="2026-04-25T20:53:00.819" v="767"/>
          <ac:picMkLst>
            <pc:docMk/>
            <pc:sldMk cId="4203410019" sldId="263"/>
            <ac:picMk id="6" creationId="{C4B6FEB2-8E6D-5B18-943D-DFF9B54DA8E4}"/>
          </ac:picMkLst>
        </pc:picChg>
      </pc:sldChg>
      <pc:sldChg chg="addSp delSp modSp mod modAnim modNotesTx">
        <pc:chgData name="Latasha Kellon" userId="0a5fb6835fd0541d" providerId="LiveId" clId="{6064F1F2-91FF-41C2-B9E1-30CC397D70A5}" dt="2026-04-25T20:52:12.010" v="739"/>
        <pc:sldMkLst>
          <pc:docMk/>
          <pc:sldMk cId="2407111856" sldId="265"/>
        </pc:sldMkLst>
        <pc:spChg chg="add mod">
          <ac:chgData name="Latasha Kellon" userId="0a5fb6835fd0541d" providerId="LiveId" clId="{6064F1F2-91FF-41C2-B9E1-30CC397D70A5}" dt="2026-04-25T15:33:30.016" v="662" actId="1076"/>
          <ac:spMkLst>
            <pc:docMk/>
            <pc:sldMk cId="2407111856" sldId="265"/>
            <ac:spMk id="3" creationId="{C4C9203A-CBA5-83A4-275E-45631D5C7102}"/>
          </ac:spMkLst>
        </pc:spChg>
        <pc:spChg chg="mod">
          <ac:chgData name="Latasha Kellon" userId="0a5fb6835fd0541d" providerId="LiveId" clId="{6064F1F2-91FF-41C2-B9E1-30CC397D70A5}" dt="2026-04-25T15:29:59.290" v="640" actId="14100"/>
          <ac:spMkLst>
            <pc:docMk/>
            <pc:sldMk cId="2407111856" sldId="265"/>
            <ac:spMk id="4" creationId="{D4685867-E729-B53A-A689-8985645F0408}"/>
          </ac:spMkLst>
        </pc:spChg>
        <pc:spChg chg="del mod">
          <ac:chgData name="Latasha Kellon" userId="0a5fb6835fd0541d" providerId="LiveId" clId="{6064F1F2-91FF-41C2-B9E1-30CC397D70A5}" dt="2026-04-25T20:52:12.010" v="739"/>
          <ac:spMkLst>
            <pc:docMk/>
            <pc:sldMk cId="2407111856" sldId="265"/>
            <ac:spMk id="5" creationId="{7BE0D2E0-6DAD-573A-576A-415E95D7570B}"/>
          </ac:spMkLst>
        </pc:spChg>
        <pc:picChg chg="add mod">
          <ac:chgData name="Latasha Kellon" userId="0a5fb6835fd0541d" providerId="LiveId" clId="{6064F1F2-91FF-41C2-B9E1-30CC397D70A5}" dt="2026-04-25T20:52:12.010" v="739"/>
          <ac:picMkLst>
            <pc:docMk/>
            <pc:sldMk cId="2407111856" sldId="265"/>
            <ac:picMk id="6" creationId="{78CFE763-0F49-1D20-0324-A386F15E1F67}"/>
          </ac:picMkLst>
        </pc:picChg>
      </pc:sldChg>
      <pc:sldChg chg="addSp delSp modSp mod modNotesTx">
        <pc:chgData name="Latasha Kellon" userId="0a5fb6835fd0541d" providerId="LiveId" clId="{6064F1F2-91FF-41C2-B9E1-30CC397D70A5}" dt="2026-04-25T04:05:15.794" v="18" actId="478"/>
        <pc:sldMkLst>
          <pc:docMk/>
          <pc:sldMk cId="229444160" sldId="266"/>
        </pc:sldMkLst>
        <pc:spChg chg="mod">
          <ac:chgData name="Latasha Kellon" userId="0a5fb6835fd0541d" providerId="LiveId" clId="{6064F1F2-91FF-41C2-B9E1-30CC397D70A5}" dt="2026-04-25T04:02:51.243" v="10" actId="5793"/>
          <ac:spMkLst>
            <pc:docMk/>
            <pc:sldMk cId="229444160" sldId="266"/>
            <ac:spMk id="4" creationId="{AF9EA70E-5B9F-5069-3007-28D5B3B05BFE}"/>
          </ac:spMkLst>
        </pc:spChg>
        <pc:spChg chg="del">
          <ac:chgData name="Latasha Kellon" userId="0a5fb6835fd0541d" providerId="LiveId" clId="{6064F1F2-91FF-41C2-B9E1-30CC397D70A5}" dt="2026-04-25T04:03:12.211" v="12" actId="478"/>
          <ac:spMkLst>
            <pc:docMk/>
            <pc:sldMk cId="229444160" sldId="266"/>
            <ac:spMk id="5" creationId="{FF1D9F8C-C8BB-157B-7AEB-51ECB96DECF0}"/>
          </ac:spMkLst>
        </pc:spChg>
        <pc:spChg chg="add del mod">
          <ac:chgData name="Latasha Kellon" userId="0a5fb6835fd0541d" providerId="LiveId" clId="{6064F1F2-91FF-41C2-B9E1-30CC397D70A5}" dt="2026-04-25T04:05:15.794" v="18" actId="478"/>
          <ac:spMkLst>
            <pc:docMk/>
            <pc:sldMk cId="229444160" sldId="266"/>
            <ac:spMk id="6" creationId="{61C4163B-363D-3AA7-B8D6-6708AD456D0F}"/>
          </ac:spMkLst>
        </pc:spChg>
        <pc:spChg chg="add mod">
          <ac:chgData name="Latasha Kellon" userId="0a5fb6835fd0541d" providerId="LiveId" clId="{6064F1F2-91FF-41C2-B9E1-30CC397D70A5}" dt="2026-04-25T04:04:31.455" v="14" actId="767"/>
          <ac:spMkLst>
            <pc:docMk/>
            <pc:sldMk cId="229444160" sldId="266"/>
            <ac:spMk id="7" creationId="{FD83FC1B-90BC-F4C6-8155-FF8B657F8FA0}"/>
          </ac:spMkLst>
        </pc:spChg>
        <pc:spChg chg="add mod">
          <ac:chgData name="Latasha Kellon" userId="0a5fb6835fd0541d" providerId="LiveId" clId="{6064F1F2-91FF-41C2-B9E1-30CC397D70A5}" dt="2026-04-25T04:04:34.036" v="15" actId="767"/>
          <ac:spMkLst>
            <pc:docMk/>
            <pc:sldMk cId="229444160" sldId="266"/>
            <ac:spMk id="8" creationId="{E5F7E550-3B29-E451-416F-A74ABC2749D5}"/>
          </ac:spMkLst>
        </pc:spChg>
      </pc:sldChg>
      <pc:sldChg chg="addSp delSp modSp mod modAnim modNotesTx">
        <pc:chgData name="Latasha Kellon" userId="0a5fb6835fd0541d" providerId="LiveId" clId="{6064F1F2-91FF-41C2-B9E1-30CC397D70A5}" dt="2026-04-25T20:30:53.337" v="707" actId="14100"/>
        <pc:sldMkLst>
          <pc:docMk/>
          <pc:sldMk cId="3979984621" sldId="268"/>
        </pc:sldMkLst>
        <pc:spChg chg="mod">
          <ac:chgData name="Latasha Kellon" userId="0a5fb6835fd0541d" providerId="LiveId" clId="{6064F1F2-91FF-41C2-B9E1-30CC397D70A5}" dt="2026-04-25T04:36:48.631" v="196" actId="27636"/>
          <ac:spMkLst>
            <pc:docMk/>
            <pc:sldMk cId="3979984621" sldId="268"/>
            <ac:spMk id="5" creationId="{EE8FC784-AA9B-770D-0AD4-DC629DBE39F5}"/>
          </ac:spMkLst>
        </pc:spChg>
        <pc:spChg chg="add del mod">
          <ac:chgData name="Latasha Kellon" userId="0a5fb6835fd0541d" providerId="LiveId" clId="{6064F1F2-91FF-41C2-B9E1-30CC397D70A5}" dt="2026-04-25T20:30:39.008" v="705"/>
          <ac:spMkLst>
            <pc:docMk/>
            <pc:sldMk cId="3979984621" sldId="268"/>
            <ac:spMk id="6" creationId="{0ED75FBB-249B-7A98-CCC3-9D1476D2586F}"/>
          </ac:spMkLst>
        </pc:spChg>
        <pc:graphicFrameChg chg="add mod">
          <ac:chgData name="Latasha Kellon" userId="0a5fb6835fd0541d" providerId="LiveId" clId="{6064F1F2-91FF-41C2-B9E1-30CC397D70A5}" dt="2026-04-25T05:17:28.179" v="242"/>
          <ac:graphicFrameMkLst>
            <pc:docMk/>
            <pc:sldMk cId="3979984621" sldId="268"/>
            <ac:graphicFrameMk id="2" creationId="{AC2122FE-5718-C75F-D353-1A7F4A56BE82}"/>
          </ac:graphicFrameMkLst>
        </pc:graphicFrameChg>
        <pc:picChg chg="add del mod ord">
          <ac:chgData name="Latasha Kellon" userId="0a5fb6835fd0541d" providerId="LiveId" clId="{6064F1F2-91FF-41C2-B9E1-30CC397D70A5}" dt="2026-04-25T20:30:01.991" v="704" actId="34307"/>
          <ac:picMkLst>
            <pc:docMk/>
            <pc:sldMk cId="3979984621" sldId="268"/>
            <ac:picMk id="2" creationId="{59AC5537-93B0-1A44-3210-1DD8A511866B}"/>
          </ac:picMkLst>
        </pc:picChg>
        <pc:picChg chg="add mod">
          <ac:chgData name="Latasha Kellon" userId="0a5fb6835fd0541d" providerId="LiveId" clId="{6064F1F2-91FF-41C2-B9E1-30CC397D70A5}" dt="2026-04-25T20:30:53.337" v="707" actId="14100"/>
          <ac:picMkLst>
            <pc:docMk/>
            <pc:sldMk cId="3979984621" sldId="268"/>
            <ac:picMk id="3" creationId="{4C0111C7-A84B-5863-8C71-FF02455C1A09}"/>
          </ac:picMkLst>
        </pc:picChg>
        <pc:picChg chg="add mod">
          <ac:chgData name="Latasha Kellon" userId="0a5fb6835fd0541d" providerId="LiveId" clId="{6064F1F2-91FF-41C2-B9E1-30CC397D70A5}" dt="2026-04-25T05:19:08.457" v="248" actId="14100"/>
          <ac:picMkLst>
            <pc:docMk/>
            <pc:sldMk cId="3979984621" sldId="268"/>
            <ac:picMk id="7" creationId="{5B7F8808-04BD-6ACD-ED89-9B0AA635914A}"/>
          </ac:picMkLst>
        </pc:picChg>
        <pc:picChg chg="add mod">
          <ac:chgData name="Latasha Kellon" userId="0a5fb6835fd0541d" providerId="LiveId" clId="{6064F1F2-91FF-41C2-B9E1-30CC397D70A5}" dt="2026-04-25T05:20:09.770" v="254" actId="1076"/>
          <ac:picMkLst>
            <pc:docMk/>
            <pc:sldMk cId="3979984621" sldId="268"/>
            <ac:picMk id="9" creationId="{EDA2CFEA-4FC2-983B-4655-E1C71154C112}"/>
          </ac:picMkLst>
        </pc:picChg>
      </pc:sldChg>
      <pc:sldChg chg="addSp delSp modSp mod modAnim modNotesTx">
        <pc:chgData name="Latasha Kellon" userId="0a5fb6835fd0541d" providerId="LiveId" clId="{6064F1F2-91FF-41C2-B9E1-30CC397D70A5}" dt="2026-04-25T20:55:38.109" v="908"/>
        <pc:sldMkLst>
          <pc:docMk/>
          <pc:sldMk cId="4091225448" sldId="269"/>
        </pc:sldMkLst>
        <pc:spChg chg="del">
          <ac:chgData name="Latasha Kellon" userId="0a5fb6835fd0541d" providerId="LiveId" clId="{6064F1F2-91FF-41C2-B9E1-30CC397D70A5}" dt="2026-04-25T04:34:55.120" v="193" actId="931"/>
          <ac:spMkLst>
            <pc:docMk/>
            <pc:sldMk cId="4091225448" sldId="269"/>
            <ac:spMk id="5" creationId="{7B6B1826-3BC2-7075-50ED-27891E9B8CFC}"/>
          </ac:spMkLst>
        </pc:spChg>
        <pc:spChg chg="del mod">
          <ac:chgData name="Latasha Kellon" userId="0a5fb6835fd0541d" providerId="LiveId" clId="{6064F1F2-91FF-41C2-B9E1-30CC397D70A5}" dt="2026-04-25T20:55:38.109" v="908"/>
          <ac:spMkLst>
            <pc:docMk/>
            <pc:sldMk cId="4091225448" sldId="269"/>
            <ac:spMk id="6" creationId="{0BA1B9A3-AA27-56A3-FCA4-4F95B4C34C88}"/>
          </ac:spMkLst>
        </pc:spChg>
        <pc:picChg chg="add mod">
          <ac:chgData name="Latasha Kellon" userId="0a5fb6835fd0541d" providerId="LiveId" clId="{6064F1F2-91FF-41C2-B9E1-30CC397D70A5}" dt="2026-04-25T20:55:38.109" v="908"/>
          <ac:picMkLst>
            <pc:docMk/>
            <pc:sldMk cId="4091225448" sldId="269"/>
            <ac:picMk id="2" creationId="{72A79159-3AB4-9195-AFBB-2127A60F2E2D}"/>
          </ac:picMkLst>
        </pc:picChg>
        <pc:picChg chg="add mod ord">
          <ac:chgData name="Latasha Kellon" userId="0a5fb6835fd0541d" providerId="LiveId" clId="{6064F1F2-91FF-41C2-B9E1-30CC397D70A5}" dt="2026-04-25T04:35:04.669" v="194" actId="14100"/>
          <ac:picMkLst>
            <pc:docMk/>
            <pc:sldMk cId="4091225448" sldId="269"/>
            <ac:picMk id="3" creationId="{E1490F79-C26D-AD9D-AEA9-B2EA91D65F14}"/>
          </ac:picMkLst>
        </pc:picChg>
      </pc:sldChg>
      <pc:sldChg chg="addSp delSp modSp mod modAnim modNotesTx">
        <pc:chgData name="Latasha Kellon" userId="0a5fb6835fd0541d" providerId="LiveId" clId="{6064F1F2-91FF-41C2-B9E1-30CC397D70A5}" dt="2026-04-25T20:55:14.019" v="880"/>
        <pc:sldMkLst>
          <pc:docMk/>
          <pc:sldMk cId="856889766" sldId="271"/>
        </pc:sldMkLst>
        <pc:spChg chg="del mod">
          <ac:chgData name="Latasha Kellon" userId="0a5fb6835fd0541d" providerId="LiveId" clId="{6064F1F2-91FF-41C2-B9E1-30CC397D70A5}" dt="2026-04-25T05:20:49.306" v="257" actId="478"/>
          <ac:spMkLst>
            <pc:docMk/>
            <pc:sldMk cId="856889766" sldId="271"/>
            <ac:spMk id="4" creationId="{54714C18-DF62-4E59-B08E-1C4A2433D8D2}"/>
          </ac:spMkLst>
        </pc:spChg>
        <pc:spChg chg="del mod">
          <ac:chgData name="Latasha Kellon" userId="0a5fb6835fd0541d" providerId="LiveId" clId="{6064F1F2-91FF-41C2-B9E1-30CC397D70A5}" dt="2026-04-25T20:55:14.019" v="880"/>
          <ac:spMkLst>
            <pc:docMk/>
            <pc:sldMk cId="856889766" sldId="271"/>
            <ac:spMk id="5" creationId="{0CED2676-5EF8-769C-1479-05672B345D33}"/>
          </ac:spMkLst>
        </pc:spChg>
        <pc:spChg chg="add del mod">
          <ac:chgData name="Latasha Kellon" userId="0a5fb6835fd0541d" providerId="LiveId" clId="{6064F1F2-91FF-41C2-B9E1-30CC397D70A5}" dt="2026-04-25T05:21:20.530" v="258" actId="931"/>
          <ac:spMkLst>
            <pc:docMk/>
            <pc:sldMk cId="856889766" sldId="271"/>
            <ac:spMk id="6" creationId="{848112A6-D2C6-5D3F-C36A-FE7E27CA8AB2}"/>
          </ac:spMkLst>
        </pc:spChg>
        <pc:spChg chg="add mod">
          <ac:chgData name="Latasha Kellon" userId="0a5fb6835fd0541d" providerId="LiveId" clId="{6064F1F2-91FF-41C2-B9E1-30CC397D70A5}" dt="2026-04-25T05:25:22.299" v="274" actId="207"/>
          <ac:spMkLst>
            <pc:docMk/>
            <pc:sldMk cId="856889766" sldId="271"/>
            <ac:spMk id="16" creationId="{A8A96928-FFBA-32A7-38CD-756FA798030F}"/>
          </ac:spMkLst>
        </pc:spChg>
        <pc:picChg chg="add mod">
          <ac:chgData name="Latasha Kellon" userId="0a5fb6835fd0541d" providerId="LiveId" clId="{6064F1F2-91FF-41C2-B9E1-30CC397D70A5}" dt="2026-04-25T20:55:14.019" v="880"/>
          <ac:picMkLst>
            <pc:docMk/>
            <pc:sldMk cId="856889766" sldId="271"/>
            <ac:picMk id="3" creationId="{A3DCF2E6-91C1-7757-95C3-6AD4CBF16781}"/>
          </ac:picMkLst>
        </pc:picChg>
        <pc:picChg chg="del">
          <ac:chgData name="Latasha Kellon" userId="0a5fb6835fd0541d" providerId="LiveId" clId="{6064F1F2-91FF-41C2-B9E1-30CC397D70A5}" dt="2026-04-25T05:20:39.901" v="255" actId="478"/>
          <ac:picMkLst>
            <pc:docMk/>
            <pc:sldMk cId="856889766" sldId="271"/>
            <ac:picMk id="8" creationId="{54EABF45-B75D-5E25-20D2-2D3FD3297337}"/>
          </ac:picMkLst>
        </pc:picChg>
        <pc:picChg chg="add mod ord">
          <ac:chgData name="Latasha Kellon" userId="0a5fb6835fd0541d" providerId="LiveId" clId="{6064F1F2-91FF-41C2-B9E1-30CC397D70A5}" dt="2026-04-25T05:21:36.144" v="261" actId="1076"/>
          <ac:picMkLst>
            <pc:docMk/>
            <pc:sldMk cId="856889766" sldId="271"/>
            <ac:picMk id="9" creationId="{E27458EA-B001-B66D-074A-2D7315C02369}"/>
          </ac:picMkLst>
        </pc:picChg>
        <pc:picChg chg="add mod">
          <ac:chgData name="Latasha Kellon" userId="0a5fb6835fd0541d" providerId="LiveId" clId="{6064F1F2-91FF-41C2-B9E1-30CC397D70A5}" dt="2026-04-25T05:22:20.727" v="265" actId="14100"/>
          <ac:picMkLst>
            <pc:docMk/>
            <pc:sldMk cId="856889766" sldId="271"/>
            <ac:picMk id="11" creationId="{2FC3B8C6-3F9F-7446-A2CD-C477E6BEE78E}"/>
          </ac:picMkLst>
        </pc:picChg>
        <pc:inkChg chg="add del">
          <ac:chgData name="Latasha Kellon" userId="0a5fb6835fd0541d" providerId="LiveId" clId="{6064F1F2-91FF-41C2-B9E1-30CC397D70A5}" dt="2026-04-25T05:23:36.369" v="267" actId="9405"/>
          <ac:inkMkLst>
            <pc:docMk/>
            <pc:sldMk cId="856889766" sldId="271"/>
            <ac:inkMk id="12" creationId="{00265695-BEC6-C224-239A-F4B7145B9CEE}"/>
          </ac:inkMkLst>
        </pc:inkChg>
        <pc:inkChg chg="add">
          <ac:chgData name="Latasha Kellon" userId="0a5fb6835fd0541d" providerId="LiveId" clId="{6064F1F2-91FF-41C2-B9E1-30CC397D70A5}" dt="2026-04-25T05:23:49.834" v="268" actId="9405"/>
          <ac:inkMkLst>
            <pc:docMk/>
            <pc:sldMk cId="856889766" sldId="271"/>
            <ac:inkMk id="13" creationId="{E6245059-93D1-9EE5-F0C0-3D3981AA68A8}"/>
          </ac:inkMkLst>
        </pc:inkChg>
        <pc:inkChg chg="add del">
          <ac:chgData name="Latasha Kellon" userId="0a5fb6835fd0541d" providerId="LiveId" clId="{6064F1F2-91FF-41C2-B9E1-30CC397D70A5}" dt="2026-04-25T05:24:10.290" v="271"/>
          <ac:inkMkLst>
            <pc:docMk/>
            <pc:sldMk cId="856889766" sldId="271"/>
            <ac:inkMk id="14" creationId="{5D0AACFA-9CD1-A975-2E4F-9DC9606DC1B9}"/>
          </ac:inkMkLst>
        </pc:inkChg>
        <pc:inkChg chg="add">
          <ac:chgData name="Latasha Kellon" userId="0a5fb6835fd0541d" providerId="LiveId" clId="{6064F1F2-91FF-41C2-B9E1-30CC397D70A5}" dt="2026-04-25T05:24:03.287" v="270"/>
          <ac:inkMkLst>
            <pc:docMk/>
            <pc:sldMk cId="856889766" sldId="271"/>
            <ac:inkMk id="15" creationId="{AF6E0808-7DF3-ADB3-F525-9A5FF804D2EE}"/>
          </ac:inkMkLst>
        </pc:inkChg>
      </pc:sldChg>
      <pc:sldChg chg="addSp delSp modSp mod modAnim modNotesTx">
        <pc:chgData name="Latasha Kellon" userId="0a5fb6835fd0541d" providerId="LiveId" clId="{6064F1F2-91FF-41C2-B9E1-30CC397D70A5}" dt="2026-04-25T20:54:46" v="852" actId="1076"/>
        <pc:sldMkLst>
          <pc:docMk/>
          <pc:sldMk cId="1800024444" sldId="273"/>
        </pc:sldMkLst>
        <pc:spChg chg="del mod">
          <ac:chgData name="Latasha Kellon" userId="0a5fb6835fd0541d" providerId="LiveId" clId="{6064F1F2-91FF-41C2-B9E1-30CC397D70A5}" dt="2026-04-25T05:25:59.867" v="318" actId="478"/>
          <ac:spMkLst>
            <pc:docMk/>
            <pc:sldMk cId="1800024444" sldId="273"/>
            <ac:spMk id="5" creationId="{6EE4164D-48E7-210F-5E82-B01BAD867B5C}"/>
          </ac:spMkLst>
        </pc:spChg>
        <pc:spChg chg="mod">
          <ac:chgData name="Latasha Kellon" userId="0a5fb6835fd0541d" providerId="LiveId" clId="{6064F1F2-91FF-41C2-B9E1-30CC397D70A5}" dt="2026-04-25T20:54:23.830" v="850" actId="20577"/>
          <ac:spMkLst>
            <pc:docMk/>
            <pc:sldMk cId="1800024444" sldId="273"/>
            <ac:spMk id="6" creationId="{1FD5E13A-9C80-50AE-1EE1-F86C30ED2FE1}"/>
          </ac:spMkLst>
        </pc:spChg>
        <pc:picChg chg="add mod">
          <ac:chgData name="Latasha Kellon" userId="0a5fb6835fd0541d" providerId="LiveId" clId="{6064F1F2-91FF-41C2-B9E1-30CC397D70A5}" dt="2026-04-25T20:54:46" v="852" actId="1076"/>
          <ac:picMkLst>
            <pc:docMk/>
            <pc:sldMk cId="1800024444" sldId="273"/>
            <ac:picMk id="2" creationId="{8E2847D1-1CF4-3B97-1EF7-63A147C00572}"/>
          </ac:picMkLst>
        </pc:picChg>
        <pc:picChg chg="add mod">
          <ac:chgData name="Latasha Kellon" userId="0a5fb6835fd0541d" providerId="LiveId" clId="{6064F1F2-91FF-41C2-B9E1-30CC397D70A5}" dt="2026-04-25T05:31:26.007" v="352" actId="14100"/>
          <ac:picMkLst>
            <pc:docMk/>
            <pc:sldMk cId="1800024444" sldId="273"/>
            <ac:picMk id="3" creationId="{A111EEE1-F843-AAB7-998C-39EBF0C68DE5}"/>
          </ac:picMkLst>
        </pc:picChg>
        <pc:picChg chg="del">
          <ac:chgData name="Latasha Kellon" userId="0a5fb6835fd0541d" providerId="LiveId" clId="{6064F1F2-91FF-41C2-B9E1-30CC397D70A5}" dt="2026-04-25T05:25:45.443" v="275" actId="478"/>
          <ac:picMkLst>
            <pc:docMk/>
            <pc:sldMk cId="1800024444" sldId="273"/>
            <ac:picMk id="7" creationId="{EF1779C8-480C-3942-D209-9711AFB8496E}"/>
          </ac:picMkLst>
        </pc:picChg>
        <pc:picChg chg="add mod">
          <ac:chgData name="Latasha Kellon" userId="0a5fb6835fd0541d" providerId="LiveId" clId="{6064F1F2-91FF-41C2-B9E1-30CC397D70A5}" dt="2026-04-25T05:31:29.119" v="353" actId="1076"/>
          <ac:picMkLst>
            <pc:docMk/>
            <pc:sldMk cId="1800024444" sldId="273"/>
            <ac:picMk id="9" creationId="{7A247D2C-DAD9-55ED-4C1D-3233F21E00AB}"/>
          </ac:picMkLst>
        </pc:picChg>
        <pc:picChg chg="add mod">
          <ac:chgData name="Latasha Kellon" userId="0a5fb6835fd0541d" providerId="LiveId" clId="{6064F1F2-91FF-41C2-B9E1-30CC397D70A5}" dt="2026-04-25T05:32:12.263" v="358" actId="14100"/>
          <ac:picMkLst>
            <pc:docMk/>
            <pc:sldMk cId="1800024444" sldId="273"/>
            <ac:picMk id="11" creationId="{A1CAE821-43F8-DA56-7B26-50356B3DC61C}"/>
          </ac:picMkLst>
        </pc:picChg>
      </pc:sldChg>
      <pc:sldChg chg="addSp delSp modSp mod modAnim modNotesTx">
        <pc:chgData name="Latasha Kellon" userId="0a5fb6835fd0541d" providerId="LiveId" clId="{6064F1F2-91FF-41C2-B9E1-30CC397D70A5}" dt="2026-04-25T20:57:00.576" v="910" actId="20577"/>
        <pc:sldMkLst>
          <pc:docMk/>
          <pc:sldMk cId="1624607462" sldId="274"/>
        </pc:sldMkLst>
        <pc:spChg chg="add mod">
          <ac:chgData name="Latasha Kellon" userId="0a5fb6835fd0541d" providerId="LiveId" clId="{6064F1F2-91FF-41C2-B9E1-30CC397D70A5}" dt="2026-04-25T20:40:02.628" v="711" actId="207"/>
          <ac:spMkLst>
            <pc:docMk/>
            <pc:sldMk cId="1624607462" sldId="274"/>
            <ac:spMk id="2" creationId="{73067C15-04F9-C041-A008-DEFA536A08C5}"/>
          </ac:spMkLst>
        </pc:spChg>
        <pc:spChg chg="add del mod">
          <ac:chgData name="Latasha Kellon" userId="0a5fb6835fd0541d" providerId="LiveId" clId="{6064F1F2-91FF-41C2-B9E1-30CC397D70A5}" dt="2026-04-25T05:29:50.743" v="336" actId="931"/>
          <ac:spMkLst>
            <pc:docMk/>
            <pc:sldMk cId="1624607462" sldId="274"/>
            <ac:spMk id="3" creationId="{C6BE424E-6ED2-1D46-1703-BA614CBB8EA0}"/>
          </ac:spMkLst>
        </pc:spChg>
        <pc:spChg chg="mod">
          <ac:chgData name="Latasha Kellon" userId="0a5fb6835fd0541d" providerId="LiveId" clId="{6064F1F2-91FF-41C2-B9E1-30CC397D70A5}" dt="2026-04-25T20:57:00.576" v="910" actId="20577"/>
          <ac:spMkLst>
            <pc:docMk/>
            <pc:sldMk cId="1624607462" sldId="274"/>
            <ac:spMk id="5" creationId="{40C59079-AE91-F27F-40B4-7420001E1C6D}"/>
          </ac:spMkLst>
        </pc:spChg>
        <pc:spChg chg="del">
          <ac:chgData name="Latasha Kellon" userId="0a5fb6835fd0541d" providerId="LiveId" clId="{6064F1F2-91FF-41C2-B9E1-30CC397D70A5}" dt="2026-04-25T05:29:14.275" v="335" actId="478"/>
          <ac:spMkLst>
            <pc:docMk/>
            <pc:sldMk cId="1624607462" sldId="274"/>
            <ac:spMk id="6" creationId="{B31E7C49-2C6C-388B-4FD6-3837EA8D362F}"/>
          </ac:spMkLst>
        </pc:spChg>
        <pc:spChg chg="del mod">
          <ac:chgData name="Latasha Kellon" userId="0a5fb6835fd0541d" providerId="LiveId" clId="{6064F1F2-91FF-41C2-B9E1-30CC397D70A5}" dt="2026-04-25T20:54:05.313" v="823"/>
          <ac:spMkLst>
            <pc:docMk/>
            <pc:sldMk cId="1624607462" sldId="274"/>
            <ac:spMk id="7" creationId="{0C8FDDC3-A829-48C7-58AF-96A68ACC2740}"/>
          </ac:spMkLst>
        </pc:spChg>
        <pc:picChg chg="add mod">
          <ac:chgData name="Latasha Kellon" userId="0a5fb6835fd0541d" providerId="LiveId" clId="{6064F1F2-91FF-41C2-B9E1-30CC397D70A5}" dt="2026-04-25T20:54:05.313" v="823"/>
          <ac:picMkLst>
            <pc:docMk/>
            <pc:sldMk cId="1624607462" sldId="274"/>
            <ac:picMk id="3" creationId="{741EC0FA-4F54-1417-6AAE-E2C2790B3400}"/>
          </ac:picMkLst>
        </pc:picChg>
        <pc:picChg chg="add del">
          <ac:chgData name="Latasha Kellon" userId="0a5fb6835fd0541d" providerId="LiveId" clId="{6064F1F2-91FF-41C2-B9E1-30CC397D70A5}" dt="2026-04-25T05:29:11.442" v="334" actId="478"/>
          <ac:picMkLst>
            <pc:docMk/>
            <pc:sldMk cId="1624607462" sldId="274"/>
            <ac:picMk id="10" creationId="{4D2A9EE0-FE85-AA71-C649-127CF7C0ADB5}"/>
          </ac:picMkLst>
        </pc:picChg>
        <pc:picChg chg="add mod ord">
          <ac:chgData name="Latasha Kellon" userId="0a5fb6835fd0541d" providerId="LiveId" clId="{6064F1F2-91FF-41C2-B9E1-30CC397D70A5}" dt="2026-04-25T05:30:57.090" v="349" actId="14100"/>
          <ac:picMkLst>
            <pc:docMk/>
            <pc:sldMk cId="1624607462" sldId="274"/>
            <ac:picMk id="11" creationId="{C84D7515-8DE3-2E33-63E2-ADA63C2A65AD}"/>
          </ac:picMkLst>
        </pc:picChg>
        <pc:picChg chg="add mod">
          <ac:chgData name="Latasha Kellon" userId="0a5fb6835fd0541d" providerId="LiveId" clId="{6064F1F2-91FF-41C2-B9E1-30CC397D70A5}" dt="2026-04-25T05:30:33.773" v="343" actId="1076"/>
          <ac:picMkLst>
            <pc:docMk/>
            <pc:sldMk cId="1624607462" sldId="274"/>
            <ac:picMk id="13" creationId="{345A7312-DCC5-6E94-9866-A02953246968}"/>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5:23:49.834"/>
    </inkml:context>
    <inkml:brush xml:id="br0">
      <inkml:brushProperty name="width" value="0.035" units="cm"/>
      <inkml:brushProperty name="height" value="0.035" units="cm"/>
      <inkml:brushProperty name="color" value="#E71224"/>
    </inkml:brush>
  </inkml:definitions>
  <inkml:trace contextRef="#ctx0" brushRef="#br0">2 0 24575,'-2'90'0,"4"100"0,17-82 0,-10-60 0,-1-18 0,2 0 0,0-1 0,2 0 0,30 51 0,-16-29 0,-21-42 0,1 0 0,0 0 0,0 0 0,1-1 0,0 0 0,0 0 0,1 0 0,0-1 0,0 0 0,1-1 0,-1 0 0,2 0 0,-1-1 0,1 0 0,-1-1 0,1 0 0,17 4 0,11 0 0,0-1 0,1-2 0,60 1 0,14 1 0,35 18 0,-91-14 0,0-2 0,80 3 0,330-14 0,-439 1 0,0-2 0,0 0 0,0-2 0,31-9 0,108-42 0,-33 9 0,127-44 0,-129 42 0,151-34 0,-185 64 0,1 4 0,1 4 0,135 3 0,-114 8 0,102 3 0,-182 2 0,-1 1 0,58 17 0,2 1 0,-72-18 0,-1 2 0,1 1 0,-1 2 0,40 21 0,-47-24 0,1-1 0,0 0 0,0-1 0,33 4 0,35 9 0,-6 2 0,1-3 0,142 11 0,-181-22 0,0 2 0,0 2 0,54 21 0,-63-20 0,-13-6 0,1 0 0,0-2 0,0 0 0,27 0 0,101-5 0,-75-1 0,180-8 0,-201 4 0,-1-2 0,87-24 0,-105 21 0,33-10 0,96-17 0,-42 9 0,-93 20 0,0 1 0,0 2 0,57-5 0,403 11 0,-204 2 0,-254 0 0,1 2 0,-1 1 0,0 2 0,0 0 0,0 3 0,-1 1 0,32 15 0,-47-20 0,0-1 0,1-1 0,-1 0 0,36 2 0,20 3 0,-9 1 0,0-4 0,0-2 0,65-6 0,-49 1 0,-64 0 0,-1-1 0,1 0 0,-1-1 0,0-1 0,0-1 0,19-8 0,-14 6 0,0 0 0,34-7 0,-35 11 0,1 0 0,-2-2 0,1 0 0,-1-2 0,1 0 0,-2 0 0,20-12 0,-12 6 0,0 1 0,36-11 0,19-8 0,-65 25 0,0 1 0,0 1 0,0 0 0,0 1 0,1 0 0,-1 2 0,1 0 0,0 0 0,-1 2 0,29 3 0,-14 1 0,-1 1 0,0 2 0,0 0 0,47 22 0,46 30 0,-77-34 0,-38-20 0,1-1 0,0 0 0,14 6 0,119 44 0,-110-42 0,1-1 0,0-2 0,43 8 0,102 9 0,-71-20 0,122-7 0,-90-2 0,-118 1 0,-1-1 0,1-1 0,21-6 0,-18 3 0,41-3 0,52 8 0,14 0 0,-121 0 0,0-1 0,0-1 0,0 1 0,0-1 0,0-1 0,-1 0 0,13-7 0,-12 6 0,0 0 0,0 1 0,1 0 0,-1 0 0,20-3 0,23 2 0,-36 4 0,0-1 0,27-5 0,-38 5 0,1 0 0,0 0 0,-1-1 0,1 1 0,-1-1 0,0 0 0,0-1 0,0 1 0,0-1 0,-1 0 0,5-5 0,103-95 0,-28 23 0,-39 39 0,42-49 0,-80 83-341,0 0 0,0 0-1,17-11 1,-3 5-6485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5T05:24:03.287"/>
    </inkml:context>
    <inkml:brush xml:id="br0">
      <inkml:brushProperty name="width" value="0.035" units="cm"/>
      <inkml:brushProperty name="height" value="0.035" units="cm"/>
      <inkml:brushProperty name="color" value="#E71224"/>
    </inkml:brush>
  </inkml:definitions>
  <inkml:trace contextRef="#ctx0" brushRef="#br0">0 313 24575,'591'0'0,"-570"-2"0,1-1 0,0 0 0,-1-2 0,0 0 0,0-2 0,35-15 0,-32 12 0,1 0 0,0 2 0,0 1 0,29-4 0,8 7 0,-32 2 0,38-7 0,63-25 0,-93 23 0,1 0 0,-1 3 0,2 1 0,43-1 0,476 9 0,-540 0 0,1 1 0,-1 1 0,23 6 0,-19-3 0,40 3 0,-25-7 0,-7-1 0,54 10 0,-43-5 0,82 3 0,-42-5 0,15 11 0,-63-9 0,52 3 0,283-10 0,-345 0 0,0-2 0,41-8 0,-39 5 0,0 1 0,28 0 0,89 6 0,55-2 0,-158-4 0,-1-2 0,1-1 0,-2-2 0,1-1 0,43-21 0,-54 19 0,-15 7 0,0 0 0,0 0 0,1 1 0,-1 1 0,1 0 0,18-2 0,61 1 0,96 7 0,-52 0 0,-99 0 0,0 2 0,-1 2 0,70 18 0,-48-9 0,16 1 0,1-4 0,0-3 0,120-2 0,527-8 0,-704 0 0,1-1 0,-1-1 0,23-6 0,-20 3 0,42-3 0,227 6 0,-149 5 0,-122-1 0,-1 1 0,0 1 0,23 6 0,-19-3 0,41 3 0,-47-8 0,20 1 0,1 1 0,-1 1 0,-1 3 0,49 13 0,-58-12 0,0-1 0,0-2 0,1-1 0,35 1 0,114-6 0,-65-2 0,632 3 0,-713-1 0,0-2 0,35-8 0,-32 4 0,52-2 0,257 8 0,-160 3 0,-146-5 0,-1-2 0,1-1 0,-1-2 0,-1-1 0,49-20 0,22-5 0,-32 9 0,-54 16 0,1 2 0,-1 1 0,1 1 0,43-6 0,-31 8 0,34-9 0,-37 6 0,53-3 0,591 8 0,-324 3 0,52-2 0,-394 0 0,0 0 0,0 1 0,0 0 0,0 0 0,0 1 0,0 0 0,-1 0 0,1 1 0,13 7 0,-10-3 0,-1 0 0,0 1 0,0 0 0,0 0 0,11 15 0,11 10 0,-24-27 0,-1 1 0,0 0 0,0 0 0,-1 1 0,0-1 0,0 1 0,-1 1 0,0-1 0,0 1 0,-1 0 0,-1 0 0,1 0 0,3 18 0,-4-8 0,-1 0 0,-1 0 0,-1 0 0,-1-1 0,-5 36 0,3-42 0,1 1 0,-2-1 0,0 0 0,0 0 0,-1-1 0,0 1 0,-1-1 0,-1 0 0,-13 17 0,18-25-136,-1-1-1,0 1 1,0-1-1,0 0 1,0 1-1,0-1 1,0-1-1,-1 1 0,-6 2 1,-10 2-6690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EAB51-0A61-429C-BFC5-E73A0C8A7210}" type="datetimeFigureOut">
              <a:rPr lang="en-US"/>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4915B0-0F8E-4354-AD0D-58ADAFF783CF}" type="slidenum">
              <a:rPr lang="en-US"/>
              <a:t>‹#›</a:t>
            </a:fld>
            <a:endParaRPr lang="en-US"/>
          </a:p>
        </p:txBody>
      </p:sp>
    </p:spTree>
    <p:extLst>
      <p:ext uri="{BB962C8B-B14F-4D97-AF65-F5344CB8AC3E}">
        <p14:creationId xmlns:p14="http://schemas.microsoft.com/office/powerpoint/2010/main" val="2972418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purpose of this project is to explain how I approached and solved a password-cracking Capture the Flag (CTF) challenge. CTF competitions are widely used in cybersecurity training to simulate real-world security scenarios where analysts must identify vulnerabilities, investigate systems, and recover sensitive information such as passwords or hidden files.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24915B0-0F8E-4354-AD0D-58ADAFF783CF}" type="slidenum">
              <a:rPr lang="en-US" smtClean="0"/>
              <a:t>2</a:t>
            </a:fld>
            <a:endParaRPr lang="en-US"/>
          </a:p>
        </p:txBody>
      </p:sp>
    </p:spTree>
    <p:extLst>
      <p:ext uri="{BB962C8B-B14F-4D97-AF65-F5344CB8AC3E}">
        <p14:creationId xmlns:p14="http://schemas.microsoft.com/office/powerpoint/2010/main" val="1152121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Category of the Question Attempted</a:t>
            </a:r>
          </a:p>
          <a:p>
            <a:r>
              <a:rPr lang="en-US" dirty="0"/>
              <a:t>The Capture the Flag (CTF) challenge falls under the category of password cracking and hash analysis. The task required locating a stored password hash for the user cookiemonster in a virtual machine environment and then cracking the hash to recover the original password.</a:t>
            </a:r>
          </a:p>
          <a:p>
            <a:endParaRPr lang="en-US" dirty="0"/>
          </a:p>
          <a:p>
            <a:r>
              <a:rPr lang="en-US" dirty="0"/>
              <a:t>Important Background Knowledge Needed</a:t>
            </a:r>
          </a:p>
          <a:p>
            <a:r>
              <a:rPr lang="en-US" dirty="0"/>
              <a:t>To complete this challenge, it was necessary to understand how operating systems store passwords using cryptographic hashing algorithms. Hashing algorithms such as MD5, SHA-256, or SHA-512 convert plaintext passwords into fixed-length encrypted values that cannot easily be reversed (National Institute of Standards and Technology, 2020). Knowledge of Linux system files, password storage locations, and tools used to crack hashes was also essential.</a:t>
            </a:r>
          </a:p>
          <a:p>
            <a:endParaRPr lang="en-US" dirty="0"/>
          </a:p>
          <a:p>
            <a:r>
              <a:rPr lang="en-US" dirty="0"/>
              <a:t>Relation to the Ethical Hacking Course</a:t>
            </a:r>
          </a:p>
          <a:p>
            <a:r>
              <a:rPr lang="en-US" dirty="0"/>
              <a:t>This challenge directly relates to the ethical hacking course because it demonstrates how attackers may attempt to recover passwords from compromised systems. Ethical hackers use these same techniques in controlled environments to identify weaknesses in password security and improve defensive security measures.</a:t>
            </a:r>
          </a:p>
          <a:p>
            <a:endParaRPr lang="en-US" dirty="0"/>
          </a:p>
          <a:p>
            <a:r>
              <a:rPr lang="en-US" dirty="0"/>
              <a:t>Related Course Lab</a:t>
            </a:r>
          </a:p>
          <a:p>
            <a:r>
              <a:rPr lang="en-US" dirty="0"/>
              <a:t>The lab most closely related to this CTF problem is Lab 4.2.4 (Cracking a Linux Password using John the Ripper), it covered password cracking and hash identification techniques. In that lab, students practiced identifying hashing algorithms and using tools to test password strength. The skills learned in that exercise helped apply practical methods to locate and crack the hash within the virtual machine environment.</a:t>
            </a:r>
          </a:p>
          <a:p>
            <a:endParaRPr lang="en-US" dirty="0"/>
          </a:p>
          <a:p>
            <a:endParaRPr lang="en-US" dirty="0"/>
          </a:p>
        </p:txBody>
      </p:sp>
      <p:sp>
        <p:nvSpPr>
          <p:cNvPr id="4" name="Slide Number Placeholder 3"/>
          <p:cNvSpPr>
            <a:spLocks noGrp="1"/>
          </p:cNvSpPr>
          <p:nvPr>
            <p:ph type="sldNum" sz="quarter" idx="5"/>
          </p:nvPr>
        </p:nvSpPr>
        <p:spPr/>
        <p:txBody>
          <a:bodyPr/>
          <a:lstStyle/>
          <a:p>
            <a:fld id="{F24915B0-0F8E-4354-AD0D-58ADAFF783CF}" type="slidenum">
              <a:rPr lang="en-US" smtClean="0"/>
              <a:t>3</a:t>
            </a:fld>
            <a:endParaRPr lang="en-US"/>
          </a:p>
        </p:txBody>
      </p:sp>
    </p:spTree>
    <p:extLst>
      <p:ext uri="{BB962C8B-B14F-4D97-AF65-F5344CB8AC3E}">
        <p14:creationId xmlns:p14="http://schemas.microsoft.com/office/powerpoint/2010/main" val="496509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cs typeface="Calibri"/>
              </a:rPr>
              <a:t>The first step was to start the vulnerable machine in Oracle VM VirtualBox and login using the provided credentials. After accessing the system, I began searching for where the system stored user password hashes.</a:t>
            </a:r>
          </a:p>
          <a:p>
            <a:endParaRPr lang="en-US" dirty="0">
              <a:cs typeface="Calibri"/>
            </a:endParaRPr>
          </a:p>
          <a:p>
            <a:r>
              <a:rPr lang="en-US" dirty="0">
                <a:cs typeface="Calibri"/>
              </a:rPr>
              <a:t>On Linux systems, password hashes are stored in the /etc/shadow file. To identify the specific entry for the cookiemonster account, I used the command grep cookiemonster /etc/shadow. This command filtered the file contents and displayed the line associated with the user. The output contained a long string beginning with $1$, which represents the encrypted password hash.</a:t>
            </a:r>
          </a:p>
          <a:p>
            <a:endParaRPr lang="en-US" dirty="0">
              <a:cs typeface="Calibri"/>
            </a:endParaRPr>
          </a:p>
          <a:p>
            <a:r>
              <a:rPr lang="en-US" dirty="0">
                <a:cs typeface="Calibri"/>
              </a:rPr>
              <a:t> </a:t>
            </a:r>
          </a:p>
          <a:p>
            <a:endParaRPr lang="en-IN" dirty="0"/>
          </a:p>
        </p:txBody>
      </p:sp>
      <p:sp>
        <p:nvSpPr>
          <p:cNvPr id="4" name="Slide Number Placeholder 3"/>
          <p:cNvSpPr>
            <a:spLocks noGrp="1"/>
          </p:cNvSpPr>
          <p:nvPr>
            <p:ph type="sldNum" sz="quarter" idx="5"/>
          </p:nvPr>
        </p:nvSpPr>
        <p:spPr/>
        <p:txBody>
          <a:bodyPr/>
          <a:lstStyle/>
          <a:p>
            <a:fld id="{F24915B0-0F8E-4354-AD0D-58ADAFF783CF}" type="slidenum">
              <a:rPr lang="en-US" smtClean="0"/>
              <a:t>4</a:t>
            </a:fld>
            <a:endParaRPr lang="en-US"/>
          </a:p>
        </p:txBody>
      </p:sp>
    </p:spTree>
    <p:extLst>
      <p:ext uri="{BB962C8B-B14F-4D97-AF65-F5344CB8AC3E}">
        <p14:creationId xmlns:p14="http://schemas.microsoft.com/office/powerpoint/2010/main" val="1921458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i="0" dirty="0">
                <a:cs typeface="Calibri"/>
              </a:rPr>
              <a:t>Once I located the hash, I copied it into a separate file called hash.txt. This step was necessary so the password-cracking tool could analyze the hash independently.</a:t>
            </a:r>
          </a:p>
          <a:p>
            <a:endParaRPr lang="en-US" i="1" dirty="0">
              <a:cs typeface="Calibri"/>
            </a:endParaRPr>
          </a:p>
          <a:p>
            <a:endParaRPr lang="en-US" i="1" dirty="0">
              <a:cs typeface="Calibri"/>
            </a:endParaRPr>
          </a:p>
          <a:p>
            <a:endParaRPr lang="en-US" i="1" dirty="0">
              <a:cs typeface="Calibri"/>
            </a:endParaRPr>
          </a:p>
          <a:p>
            <a:endParaRPr lang="en-IN" dirty="0"/>
          </a:p>
        </p:txBody>
      </p:sp>
      <p:sp>
        <p:nvSpPr>
          <p:cNvPr id="4" name="Slide Number Placeholder 3"/>
          <p:cNvSpPr>
            <a:spLocks noGrp="1"/>
          </p:cNvSpPr>
          <p:nvPr>
            <p:ph type="sldNum" sz="quarter" idx="5"/>
          </p:nvPr>
        </p:nvSpPr>
        <p:spPr/>
        <p:txBody>
          <a:bodyPr/>
          <a:lstStyle/>
          <a:p>
            <a:fld id="{F24915B0-0F8E-4354-AD0D-58ADAFF783CF}" type="slidenum">
              <a:rPr lang="en-US" smtClean="0"/>
              <a:t>5</a:t>
            </a:fld>
            <a:endParaRPr lang="en-US"/>
          </a:p>
        </p:txBody>
      </p:sp>
    </p:spTree>
    <p:extLst>
      <p:ext uri="{BB962C8B-B14F-4D97-AF65-F5344CB8AC3E}">
        <p14:creationId xmlns:p14="http://schemas.microsoft.com/office/powerpoint/2010/main" val="1150904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Next, I used John the Ripper to attempt to crack the password by running the command john hash.txt. The tool compared the hash against common password patterns and dictionary lists to determine the original password. After processing, the program successfully identified the plain text password.</a:t>
            </a:r>
          </a:p>
          <a:p>
            <a:endParaRPr lang="en-US" dirty="0"/>
          </a:p>
          <a:p>
            <a:r>
              <a:rPr lang="en-US" dirty="0"/>
              <a:t>To confirm the result, I ran the command john –show hash.txt, which displayed the username and the recovered password. The result showed that the password associated with the cookiemonster account was eat, which served as the flag for completing the challenge.</a:t>
            </a:r>
          </a:p>
          <a:p>
            <a:endParaRPr lang="en-US" dirty="0"/>
          </a:p>
          <a:p>
            <a:endParaRPr lang="en-IN" dirty="0"/>
          </a:p>
        </p:txBody>
      </p:sp>
      <p:sp>
        <p:nvSpPr>
          <p:cNvPr id="4" name="Slide Number Placeholder 3"/>
          <p:cNvSpPr>
            <a:spLocks noGrp="1"/>
          </p:cNvSpPr>
          <p:nvPr>
            <p:ph type="sldNum" sz="quarter" idx="5"/>
          </p:nvPr>
        </p:nvSpPr>
        <p:spPr/>
        <p:txBody>
          <a:bodyPr/>
          <a:lstStyle/>
          <a:p>
            <a:fld id="{F24915B0-0F8E-4354-AD0D-58ADAFF783CF}" type="slidenum">
              <a:rPr lang="en-US" smtClean="0"/>
              <a:t>6</a:t>
            </a:fld>
            <a:endParaRPr lang="en-US"/>
          </a:p>
        </p:txBody>
      </p:sp>
    </p:spTree>
    <p:extLst>
      <p:ext uri="{BB962C8B-B14F-4D97-AF65-F5344CB8AC3E}">
        <p14:creationId xmlns:p14="http://schemas.microsoft.com/office/powerpoint/2010/main" val="625032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of the key lessons from this challenge was the importance of understanding how Linux systems manage user authentication and password storage. The /etc/shadow file contains encrypted password hashes that are protected from normal users but accessible to administrators.</a:t>
            </a:r>
          </a:p>
          <a:p>
            <a:endParaRPr lang="en-US" dirty="0"/>
          </a:p>
          <a:p>
            <a:r>
              <a:rPr lang="en-US" dirty="0"/>
              <a:t>A common challenge when solving password-cracking exercises is identifying the correct hash format. Different operating systems may use hashing algorithms such as MD5, SHA-256, or SHA-512 (William Stallings, 2017). Recognizing the hash type helps determine the most effective cracking method.</a:t>
            </a:r>
          </a:p>
          <a:p>
            <a:endParaRPr lang="en-US" dirty="0"/>
          </a:p>
          <a:p>
            <a:r>
              <a:rPr lang="en-US" dirty="0"/>
              <a:t>Another potential pitfall is relying only on default cracking settings. If the password is complex, a larger wordlist or additional cracking modes may be required. Security professionals must be prepared to adjust their approach depending on the complexity of the hash.</a:t>
            </a:r>
          </a:p>
          <a:p>
            <a:endParaRPr lang="en-US" dirty="0"/>
          </a:p>
          <a:p>
            <a:r>
              <a:rPr lang="en-US" dirty="0"/>
              <a:t>A recommended strategy for similar challenges is to follow a structured process: identify the location of sensitive data, extract the relevant information, determine the encryption or hash type, and then apply appropriate analysis tools (NIST, 2020). This approach improves efficiency and reduces errors when performing security investigations.</a:t>
            </a:r>
          </a:p>
          <a:p>
            <a:endParaRPr lang="en-US" dirty="0"/>
          </a:p>
          <a:p>
            <a:endParaRPr lang="en-US" dirty="0"/>
          </a:p>
        </p:txBody>
      </p:sp>
      <p:sp>
        <p:nvSpPr>
          <p:cNvPr id="4" name="Slide Number Placeholder 3"/>
          <p:cNvSpPr>
            <a:spLocks noGrp="1"/>
          </p:cNvSpPr>
          <p:nvPr>
            <p:ph type="sldNum" sz="quarter" idx="5"/>
          </p:nvPr>
        </p:nvSpPr>
        <p:spPr/>
        <p:txBody>
          <a:bodyPr/>
          <a:lstStyle/>
          <a:p>
            <a:fld id="{F24915B0-0F8E-4354-AD0D-58ADAFF783CF}" type="slidenum">
              <a:rPr lang="en-US"/>
              <a:t>7</a:t>
            </a:fld>
            <a:endParaRPr lang="en-US"/>
          </a:p>
        </p:txBody>
      </p:sp>
    </p:spTree>
    <p:extLst>
      <p:ext uri="{BB962C8B-B14F-4D97-AF65-F5344CB8AC3E}">
        <p14:creationId xmlns:p14="http://schemas.microsoft.com/office/powerpoint/2010/main" val="3957038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Capture the Flag (CTF) challenges provide valuable hands-on experience that mirrors tasks performed by cybersecurity professionals. Security analysts often investigate compromised systems, identify vulnerabilities, and evaluate whether weak authentication methods contributed to a breach. Password security remains a critical component of organizational cybersecurity. According to guidance from the National Institute of Standards and Technology, organizations should implement strong authentication practices and secure password storage methods to reduce the risk of credential compromise (NIST, 2020).</a:t>
            </a:r>
          </a:p>
          <a:p>
            <a:endParaRPr lang="en-US" dirty="0"/>
          </a:p>
          <a:p>
            <a:r>
              <a:rPr lang="en-US" dirty="0"/>
              <a:t>Learning how password hashes can be extracted and cracked demonstrates why organizations must implement strong password policies, multi-factor authentication, and secure hashing algorithms. These defensive measures help prevent attackers from exploiting weak credentials.</a:t>
            </a:r>
          </a:p>
          <a:p>
            <a:endParaRPr lang="en-US" dirty="0"/>
          </a:p>
          <a:p>
            <a:r>
              <a:rPr lang="en-US" dirty="0"/>
              <a:t>Overall, CTF exercises strengthen practical cybersecurity skills such as system analysis, Linux command-line usage, and security tool implementation. These experiences help prepare students for professional roles such as security analyst, penetration tester, and incident responder.</a:t>
            </a:r>
          </a:p>
          <a:p>
            <a:endParaRPr lang="en-US" dirty="0"/>
          </a:p>
          <a:p>
            <a:r>
              <a:rPr lang="en-US" dirty="0"/>
              <a:t>  </a:t>
            </a:r>
          </a:p>
          <a:p>
            <a:endParaRPr lang="en-US" dirty="0">
              <a:cs typeface="Calibri"/>
            </a:endParaRPr>
          </a:p>
        </p:txBody>
      </p:sp>
      <p:sp>
        <p:nvSpPr>
          <p:cNvPr id="4" name="Slide Number Placeholder 3"/>
          <p:cNvSpPr>
            <a:spLocks noGrp="1"/>
          </p:cNvSpPr>
          <p:nvPr>
            <p:ph type="sldNum" sz="quarter" idx="5"/>
          </p:nvPr>
        </p:nvSpPr>
        <p:spPr/>
        <p:txBody>
          <a:bodyPr/>
          <a:lstStyle/>
          <a:p>
            <a:fld id="{F24915B0-0F8E-4354-AD0D-58ADAFF783CF}" type="slidenum">
              <a:rPr lang="en-US"/>
              <a:t>8</a:t>
            </a:fld>
            <a:endParaRPr lang="en-US"/>
          </a:p>
        </p:txBody>
      </p:sp>
    </p:spTree>
    <p:extLst>
      <p:ext uri="{BB962C8B-B14F-4D97-AF65-F5344CB8AC3E}">
        <p14:creationId xmlns:p14="http://schemas.microsoft.com/office/powerpoint/2010/main" val="3139444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cs typeface="Calibri"/>
              </a:rPr>
              <a:t>This presentation demonstrated how a Capture the Flag (CTF) challenge can simulate real-world cybersecurity tasks such as password hash discovery and cracking. By working within a virtual machine environment, the process involved locating the cookiemonster account hash in the Linux /etc/shadow file and using password-cracking tools to recover the original password.</a:t>
            </a:r>
          </a:p>
          <a:p>
            <a:endParaRPr lang="en-US" dirty="0">
              <a:cs typeface="Calibri"/>
            </a:endParaRPr>
          </a:p>
          <a:p>
            <a:r>
              <a:rPr lang="en-US" dirty="0">
                <a:cs typeface="Calibri"/>
              </a:rPr>
              <a:t>One important takeaway is that password hashes stored in operating systems can be vulnerable if weak passwords or outdated hashing algorithms are used. Different systems may rely on algorithms such as MD5, SHA-256, or SHA-512 to protect stored credentials, but weak passwords can still be cracked with tools like John the Ripper (National Institute of Standards and Technology, 2020).</a:t>
            </a:r>
          </a:p>
          <a:p>
            <a:endParaRPr lang="en-US" dirty="0">
              <a:cs typeface="Calibri"/>
            </a:endParaRPr>
          </a:p>
          <a:p>
            <a:r>
              <a:rPr lang="en-US" dirty="0">
                <a:cs typeface="Calibri"/>
              </a:rPr>
              <a:t>Another key point is that CTF exercises help develop practical cybersecurity skills. These challenges reinforce concepts learned in ethical hacking courses, including Linux system exploration, password security, and vulnerability testing. Practicing these techniques prepares cybersecurity professionals to identify weaknesses, strengthen system defenses, and protect sensitive information in real-world environments.</a:t>
            </a:r>
          </a:p>
        </p:txBody>
      </p:sp>
      <p:sp>
        <p:nvSpPr>
          <p:cNvPr id="4" name="Slide Number Placeholder 3"/>
          <p:cNvSpPr>
            <a:spLocks noGrp="1"/>
          </p:cNvSpPr>
          <p:nvPr>
            <p:ph type="sldNum" sz="quarter" idx="5"/>
          </p:nvPr>
        </p:nvSpPr>
        <p:spPr/>
        <p:txBody>
          <a:bodyPr/>
          <a:lstStyle/>
          <a:p>
            <a:fld id="{F24915B0-0F8E-4354-AD0D-58ADAFF783CF}" type="slidenum">
              <a:rPr lang="en-US"/>
              <a:t>9</a:t>
            </a:fld>
            <a:endParaRPr lang="en-US"/>
          </a:p>
        </p:txBody>
      </p:sp>
    </p:spTree>
    <p:extLst>
      <p:ext uri="{BB962C8B-B14F-4D97-AF65-F5344CB8AC3E}">
        <p14:creationId xmlns:p14="http://schemas.microsoft.com/office/powerpoint/2010/main" val="1644433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F24915B0-0F8E-4354-AD0D-58ADAFF783CF}" type="slidenum">
              <a:rPr lang="en-US"/>
              <a:t>10</a:t>
            </a:fld>
            <a:endParaRPr lang="en-US"/>
          </a:p>
        </p:txBody>
      </p:sp>
    </p:spTree>
    <p:extLst>
      <p:ext uri="{BB962C8B-B14F-4D97-AF65-F5344CB8AC3E}">
        <p14:creationId xmlns:p14="http://schemas.microsoft.com/office/powerpoint/2010/main" val="3922407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4/25/2026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4495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4/25/2026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084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1088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4/25/2026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
        <p:nvSpPr>
          <p:cNvPr id="4" name="Content Placeholder 2">
            <a:extLst>
              <a:ext uri="{FF2B5EF4-FFF2-40B4-BE49-F238E27FC236}">
                <a16:creationId xmlns:a16="http://schemas.microsoft.com/office/drawing/2014/main" id="{76AF0005-DF16-8526-4622-6EE653C56E96}"/>
              </a:ext>
            </a:extLst>
          </p:cNvPr>
          <p:cNvSpPr>
            <a:spLocks noGrp="1"/>
          </p:cNvSpPr>
          <p:nvPr>
            <p:ph idx="13"/>
          </p:nvPr>
        </p:nvSpPr>
        <p:spPr>
          <a:xfrm>
            <a:off x="947601" y="3797654"/>
            <a:ext cx="11029615" cy="1088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1126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1088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4/25/2026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
        <p:nvSpPr>
          <p:cNvPr id="4" name="Content Placeholder 2">
            <a:extLst>
              <a:ext uri="{FF2B5EF4-FFF2-40B4-BE49-F238E27FC236}">
                <a16:creationId xmlns:a16="http://schemas.microsoft.com/office/drawing/2014/main" id="{76AF0005-DF16-8526-4622-6EE653C56E96}"/>
              </a:ext>
            </a:extLst>
          </p:cNvPr>
          <p:cNvSpPr>
            <a:spLocks noGrp="1"/>
          </p:cNvSpPr>
          <p:nvPr>
            <p:ph idx="13"/>
          </p:nvPr>
        </p:nvSpPr>
        <p:spPr>
          <a:xfrm>
            <a:off x="947601" y="3797654"/>
            <a:ext cx="11029615" cy="10881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60025BEC-0BB6-7D56-5DFF-6A7410A135FD}"/>
              </a:ext>
            </a:extLst>
          </p:cNvPr>
          <p:cNvSpPr>
            <a:spLocks noGrp="1"/>
          </p:cNvSpPr>
          <p:nvPr>
            <p:ph idx="14"/>
          </p:nvPr>
        </p:nvSpPr>
        <p:spPr>
          <a:xfrm>
            <a:off x="1136138" y="5335778"/>
            <a:ext cx="10204308" cy="6355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7344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4/25/2026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8954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68743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82922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6424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692862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4/25/2026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05607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4/25/2026</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1267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92626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4/25/2026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0784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4/25/2026</a:t>
            </a:fld>
            <a:endParaRPr lang="en-US"/>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9491970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8" r:id="rId3"/>
    <p:sldLayoutId id="2147483739" r:id="rId4"/>
    <p:sldLayoutId id="2147483734" r:id="rId5"/>
    <p:sldLayoutId id="2147483735" r:id="rId6"/>
    <p:sldLayoutId id="2147483736" r:id="rId7"/>
    <p:sldLayoutId id="2147483730" r:id="rId8"/>
    <p:sldLayoutId id="2147483726" r:id="rId9"/>
    <p:sldLayoutId id="2147483727" r:id="rId10"/>
    <p:sldLayoutId id="2147483728" r:id="rId11"/>
    <p:sldLayoutId id="2147483729" r:id="rId12"/>
    <p:sldLayoutId id="2147483731" r:id="rId13"/>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6.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customXml" Target="../ink/ink2.xml"/><Relationship Id="rId4" Type="http://schemas.openxmlformats.org/officeDocument/2006/relationships/notesSlide" Target="../notesSlides/notesSlide3.xml"/><Relationship Id="rId9" Type="http://schemas.openxmlformats.org/officeDocument/2006/relationships/image" Target="../media/image70.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3.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hyperlink" Target="https://overthewire.org/" TargetMode="External"/><Relationship Id="rId3" Type="http://schemas.openxmlformats.org/officeDocument/2006/relationships/slideLayout" Target="../slideLayouts/slideLayout3.xml"/><Relationship Id="rId7" Type="http://schemas.openxmlformats.org/officeDocument/2006/relationships/hyperlink" Target="https://tryhackme.com/" TargetMode="Externa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hyperlink" Target="https://www.hackthebox.com/" TargetMode="External"/><Relationship Id="rId11" Type="http://schemas.openxmlformats.org/officeDocument/2006/relationships/hyperlink" Target="https://www.root-me.org/" TargetMode="External"/><Relationship Id="rId5" Type="http://schemas.openxmlformats.org/officeDocument/2006/relationships/image" Target="../media/image2.png"/><Relationship Id="rId10" Type="http://schemas.openxmlformats.org/officeDocument/2006/relationships/hyperlink" Target="https://picoctf.org/" TargetMode="External"/><Relationship Id="rId4" Type="http://schemas.openxmlformats.org/officeDocument/2006/relationships/notesSlide" Target="../notesSlides/notesSlide8.xml"/><Relationship Id="rId9" Type="http://schemas.openxmlformats.org/officeDocument/2006/relationships/hyperlink" Target="https://ctftime.or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ages.nist.gov/800-63-3/"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www.virtualbox.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F7207B7B-5C57-458C-BE38-95D2CD765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770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5" y="0"/>
            <a:ext cx="4654295"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p:cNvSpPr>
            <a:spLocks noGrp="1"/>
          </p:cNvSpPr>
          <p:nvPr>
            <p:ph type="ctrTitle"/>
          </p:nvPr>
        </p:nvSpPr>
        <p:spPr>
          <a:xfrm>
            <a:off x="8109235" y="863695"/>
            <a:ext cx="3511233" cy="3779995"/>
          </a:xfrm>
        </p:spPr>
        <p:txBody>
          <a:bodyPr anchor="ctr">
            <a:normAutofit/>
          </a:bodyPr>
          <a:lstStyle/>
          <a:p>
            <a:r>
              <a:rPr lang="en-US" sz="5400" cap="none" dirty="0">
                <a:solidFill>
                  <a:schemeClr val="tx1"/>
                </a:solidFill>
                <a:cs typeface="Calibri Light"/>
              </a:rPr>
              <a:t>Capture </a:t>
            </a:r>
            <a:br>
              <a:rPr lang="en-US" sz="5400" cap="none" dirty="0">
                <a:solidFill>
                  <a:schemeClr val="tx1"/>
                </a:solidFill>
                <a:cs typeface="Calibri Light"/>
              </a:rPr>
            </a:br>
            <a:r>
              <a:rPr lang="en-US" sz="5400" cap="none" dirty="0">
                <a:solidFill>
                  <a:schemeClr val="tx1"/>
                </a:solidFill>
                <a:cs typeface="Calibri Light"/>
              </a:rPr>
              <a:t>The </a:t>
            </a:r>
            <a:br>
              <a:rPr lang="en-US" sz="5400" cap="none" dirty="0">
                <a:solidFill>
                  <a:schemeClr val="tx1"/>
                </a:solidFill>
                <a:cs typeface="Calibri Light"/>
              </a:rPr>
            </a:br>
            <a:r>
              <a:rPr lang="en-US" sz="5400" cap="none" dirty="0">
                <a:solidFill>
                  <a:schemeClr val="tx1"/>
                </a:solidFill>
                <a:cs typeface="Calibri Light"/>
              </a:rPr>
              <a:t>Flag</a:t>
            </a:r>
          </a:p>
        </p:txBody>
      </p:sp>
      <p:sp>
        <p:nvSpPr>
          <p:cNvPr id="3" name="Subtitle 2"/>
          <p:cNvSpPr>
            <a:spLocks noGrp="1"/>
          </p:cNvSpPr>
          <p:nvPr>
            <p:ph type="subTitle" idx="1"/>
          </p:nvPr>
        </p:nvSpPr>
        <p:spPr>
          <a:xfrm>
            <a:off x="8109236" y="4739780"/>
            <a:ext cx="3511233" cy="1147054"/>
          </a:xfrm>
        </p:spPr>
        <p:txBody>
          <a:bodyPr anchor="t">
            <a:normAutofit fontScale="92500" lnSpcReduction="20000"/>
          </a:bodyPr>
          <a:lstStyle/>
          <a:p>
            <a:r>
              <a:rPr lang="en-US" sz="2000" dirty="0"/>
              <a:t>NAME: Latasha Kellon</a:t>
            </a:r>
          </a:p>
          <a:p>
            <a:r>
              <a:rPr lang="en-US" sz="2000" dirty="0"/>
              <a:t>Team Name: team 2</a:t>
            </a:r>
          </a:p>
          <a:p>
            <a:r>
              <a:rPr lang="en-US" sz="2000" dirty="0"/>
              <a:t>	“Cache me if you can”</a:t>
            </a:r>
          </a:p>
        </p:txBody>
      </p:sp>
      <p:sp>
        <p:nvSpPr>
          <p:cNvPr id="37" name="Rectangle 36">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235"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4" name="Picture 4" descr="Logo of Centralia Technology">
            <a:extLst>
              <a:ext uri="{FF2B5EF4-FFF2-40B4-BE49-F238E27FC236}">
                <a16:creationId xmlns:a16="http://schemas.microsoft.com/office/drawing/2014/main" id="{205EB9A4-42EF-49EB-96ED-CEC1196A5FF5}"/>
              </a:ext>
            </a:extLst>
          </p:cNvPr>
          <p:cNvPicPr>
            <a:picLocks noChangeAspect="1"/>
          </p:cNvPicPr>
          <p:nvPr/>
        </p:nvPicPr>
        <p:blipFill rotWithShape="1">
          <a:blip r:embed="rId2"/>
          <a:srcRect t="2932" b="2931"/>
          <a:stretch/>
        </p:blipFill>
        <p:spPr>
          <a:xfrm>
            <a:off x="702559" y="647808"/>
            <a:ext cx="6134975" cy="5581779"/>
          </a:xfrm>
          <a:prstGeom prst="rect">
            <a:avLst/>
          </a:prstGeom>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749803-36DE-F892-0FAB-6734A01A1884}"/>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lt"/>
                <a:cs typeface="+mj-lt"/>
              </a:rPr>
              <a:t>Introduction</a:t>
            </a:r>
            <a:endParaRPr lang="en-IN" dirty="0"/>
          </a:p>
        </p:txBody>
      </p:sp>
      <p:sp>
        <p:nvSpPr>
          <p:cNvPr id="5" name="Content Placeholder 4">
            <a:extLst>
              <a:ext uri="{FF2B5EF4-FFF2-40B4-BE49-F238E27FC236}">
                <a16:creationId xmlns:a16="http://schemas.microsoft.com/office/drawing/2014/main" id="{EE8FC784-AA9B-770D-0AD4-DC629DBE39F5}"/>
              </a:ext>
            </a:extLst>
          </p:cNvPr>
          <p:cNvSpPr>
            <a:spLocks noGrp="1"/>
          </p:cNvSpPr>
          <p:nvPr>
            <p:ph idx="1"/>
          </p:nvPr>
        </p:nvSpPr>
        <p:spPr>
          <a:xfrm>
            <a:off x="581192" y="2875886"/>
            <a:ext cx="5862639" cy="3003804"/>
          </a:xfrm>
        </p:spPr>
        <p:txBody>
          <a:bodyPr>
            <a:normAutofit fontScale="77500" lnSpcReduction="20000"/>
          </a:bodyPr>
          <a:lstStyle/>
          <a:p>
            <a:pPr marL="0" marR="0" lvl="0" indent="0" algn="l" defTabSz="457200" rtl="0" eaLnBrk="1" fontAlgn="auto" latinLnBrk="0" hangingPunct="1">
              <a:lnSpc>
                <a:spcPct val="110000"/>
              </a:lnSpc>
              <a:spcBef>
                <a:spcPct val="20000"/>
              </a:spcBef>
              <a:spcAft>
                <a:spcPts val="600"/>
              </a:spcAft>
              <a:buClr>
                <a:srgbClr val="ED8428"/>
              </a:buClr>
              <a:buSzPct val="92000"/>
              <a:buNone/>
              <a:tabLst/>
              <a:defRPr/>
            </a:pPr>
            <a:r>
              <a:rPr kumimoji="0" lang="en-US" sz="3200" b="0" i="0"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rPr>
              <a:t>Question 10. Download the Virtual Machines Challenges 1-10 VM file. The username is root, and the password is msfadmin. On the warning about running as root when you first log in, click Continue. On the VM provided, find the hash for cookiemonster, and then crack it to get the password. This will be the flag.</a:t>
            </a:r>
          </a:p>
          <a:p>
            <a:pPr marL="0" indent="0">
              <a:buNone/>
            </a:pPr>
            <a:endParaRPr lang="en-IN" dirty="0"/>
          </a:p>
        </p:txBody>
      </p:sp>
      <p:pic>
        <p:nvPicPr>
          <p:cNvPr id="3" name="Introduction">
            <a:hlinkClick r:id="" action="ppaction://media"/>
            <a:extLst>
              <a:ext uri="{FF2B5EF4-FFF2-40B4-BE49-F238E27FC236}">
                <a16:creationId xmlns:a16="http://schemas.microsoft.com/office/drawing/2014/main" id="{4C0111C7-A84B-5863-8C71-FF02455C1A09}"/>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5"/>
          <a:stretch>
            <a:fillRect/>
          </a:stretch>
        </p:blipFill>
        <p:spPr>
          <a:xfrm>
            <a:off x="7637928" y="6072188"/>
            <a:ext cx="3268197" cy="487362"/>
          </a:xfrm>
        </p:spPr>
      </p:pic>
      <p:pic>
        <p:nvPicPr>
          <p:cNvPr id="7" name="Picture 6">
            <a:extLst>
              <a:ext uri="{FF2B5EF4-FFF2-40B4-BE49-F238E27FC236}">
                <a16:creationId xmlns:a16="http://schemas.microsoft.com/office/drawing/2014/main" id="{5B7F8808-04BD-6ACD-ED89-9B0AA63591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37928" y="785307"/>
            <a:ext cx="3324113" cy="2280622"/>
          </a:xfrm>
          <a:prstGeom prst="rect">
            <a:avLst/>
          </a:prstGeom>
        </p:spPr>
      </p:pic>
      <p:pic>
        <p:nvPicPr>
          <p:cNvPr id="9" name="Picture 8">
            <a:extLst>
              <a:ext uri="{FF2B5EF4-FFF2-40B4-BE49-F238E27FC236}">
                <a16:creationId xmlns:a16="http://schemas.microsoft.com/office/drawing/2014/main" id="{EDA2CFEA-4FC2-983B-4655-E1C71154C1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1316" y="3429000"/>
            <a:ext cx="3193305" cy="2111188"/>
          </a:xfrm>
          <a:prstGeom prst="rect">
            <a:avLst/>
          </a:prstGeom>
        </p:spPr>
      </p:pic>
    </p:spTree>
    <p:extLst>
      <p:ext uri="{BB962C8B-B14F-4D97-AF65-F5344CB8AC3E}">
        <p14:creationId xmlns:p14="http://schemas.microsoft.com/office/powerpoint/2010/main" val="397998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29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88514E-2007-7B31-B1A5-4BC6AF2DBAE1}"/>
              </a:ext>
            </a:extLst>
          </p:cNvPr>
          <p:cNvSpPr>
            <a:spLocks noGrp="1"/>
          </p:cNvSpPr>
          <p:nvPr>
            <p:ph type="title"/>
          </p:nvPr>
        </p:nvSpPr>
        <p:spPr>
          <a:xfrm>
            <a:off x="581192" y="731652"/>
            <a:ext cx="11029616" cy="723521"/>
          </a:xfrm>
        </p:spPr>
        <p:txBody>
          <a:bodyPr/>
          <a:lstStyle/>
          <a:p>
            <a:r>
              <a:rPr kumimoji="0" lang="en-US" sz="3600" b="1"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lt"/>
                <a:cs typeface="+mj-lt"/>
              </a:rPr>
              <a:t>CTF Category Description </a:t>
            </a:r>
            <a:endParaRPr lang="en-IN" dirty="0"/>
          </a:p>
        </p:txBody>
      </p:sp>
      <p:pic>
        <p:nvPicPr>
          <p:cNvPr id="3" name="Content Placeholder 2">
            <a:extLst>
              <a:ext uri="{FF2B5EF4-FFF2-40B4-BE49-F238E27FC236}">
                <a16:creationId xmlns:a16="http://schemas.microsoft.com/office/drawing/2014/main" id="{E1490F79-C26D-AD9D-AEA9-B2EA91D65F14}"/>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975939" y="1868488"/>
            <a:ext cx="10152809" cy="3542608"/>
          </a:xfrm>
          <a:prstGeom prst="rect">
            <a:avLst/>
          </a:prstGeom>
        </p:spPr>
      </p:pic>
      <p:pic>
        <p:nvPicPr>
          <p:cNvPr id="2" name="Slide 3">
            <a:hlinkClick r:id="" action="ppaction://media"/>
            <a:extLst>
              <a:ext uri="{FF2B5EF4-FFF2-40B4-BE49-F238E27FC236}">
                <a16:creationId xmlns:a16="http://schemas.microsoft.com/office/drawing/2014/main" id="{72A79159-3AB4-9195-AFBB-2127A60F2E2D}"/>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6"/>
          <a:stretch>
            <a:fillRect/>
          </a:stretch>
        </p:blipFill>
        <p:spPr>
          <a:xfrm>
            <a:off x="10229850" y="6078538"/>
            <a:ext cx="487363" cy="487362"/>
          </a:xfrm>
        </p:spPr>
      </p:pic>
    </p:spTree>
    <p:extLst>
      <p:ext uri="{BB962C8B-B14F-4D97-AF65-F5344CB8AC3E}">
        <p14:creationId xmlns:p14="http://schemas.microsoft.com/office/powerpoint/2010/main" val="409122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48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4D9DB-9504-0A99-DFEF-5CD71DF65BF2}"/>
              </a:ext>
            </a:extLst>
          </p:cNvPr>
          <p:cNvSpPr>
            <a:spLocks noGrp="1"/>
          </p:cNvSpPr>
          <p:nvPr>
            <p:ph type="title"/>
          </p:nvPr>
        </p:nvSpPr>
        <p:spPr/>
        <p:txBody>
          <a:bodyPr/>
          <a:lstStyle/>
          <a:p>
            <a:r>
              <a:rPr kumimoji="0" lang="en-US" sz="3600" b="1"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lt"/>
                <a:cs typeface="+mj-lt"/>
              </a:rPr>
              <a:t>Introduction to the Problem</a:t>
            </a:r>
            <a:br>
              <a:rPr kumimoji="0" lang="en-US" sz="2800" b="0"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ea"/>
                <a:cs typeface="+mj-cs"/>
              </a:rPr>
            </a:br>
            <a:endParaRPr lang="en-IN" dirty="0"/>
          </a:p>
        </p:txBody>
      </p:sp>
      <p:pic>
        <p:nvPicPr>
          <p:cNvPr id="3" name="Slide 4">
            <a:hlinkClick r:id="" action="ppaction://media"/>
            <a:extLst>
              <a:ext uri="{FF2B5EF4-FFF2-40B4-BE49-F238E27FC236}">
                <a16:creationId xmlns:a16="http://schemas.microsoft.com/office/drawing/2014/main" id="{A3DCF2E6-91C1-7757-95C3-6AD4CBF16781}"/>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5"/>
          <a:stretch>
            <a:fillRect/>
          </a:stretch>
        </p:blipFill>
        <p:spPr>
          <a:xfrm>
            <a:off x="10353675" y="6072188"/>
            <a:ext cx="487363" cy="487362"/>
          </a:xfrm>
        </p:spPr>
      </p:pic>
      <p:pic>
        <p:nvPicPr>
          <p:cNvPr id="9" name="Content Placeholder 8">
            <a:extLst>
              <a:ext uri="{FF2B5EF4-FFF2-40B4-BE49-F238E27FC236}">
                <a16:creationId xmlns:a16="http://schemas.microsoft.com/office/drawing/2014/main" id="{E27458EA-B001-B66D-074A-2D7315C02369}"/>
              </a:ext>
            </a:extLst>
          </p:cNvPr>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871369" y="1890876"/>
            <a:ext cx="4263490" cy="3814281"/>
          </a:xfrm>
          <a:prstGeom prst="rect">
            <a:avLst/>
          </a:prstGeom>
        </p:spPr>
      </p:pic>
      <p:pic>
        <p:nvPicPr>
          <p:cNvPr id="11" name="Picture 10">
            <a:extLst>
              <a:ext uri="{FF2B5EF4-FFF2-40B4-BE49-F238E27FC236}">
                <a16:creationId xmlns:a16="http://schemas.microsoft.com/office/drawing/2014/main" id="{2FC3B8C6-3F9F-7446-A2CD-C477E6BEE7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8018" y="1890876"/>
            <a:ext cx="4263490" cy="3814281"/>
          </a:xfrm>
          <a:prstGeom prst="rect">
            <a:avLst/>
          </a:prstGeom>
        </p:spPr>
      </p:pic>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E6245059-93D1-9EE5-F0C0-3D3981AA68A8}"/>
                  </a:ext>
                </a:extLst>
              </p14:cNvPr>
              <p14:cNvContentPartPr/>
              <p14:nvPr/>
            </p14:nvContentPartPr>
            <p14:xfrm>
              <a:off x="5563984" y="4638811"/>
              <a:ext cx="4071600" cy="324720"/>
            </p14:xfrm>
          </p:contentPart>
        </mc:Choice>
        <mc:Fallback xmlns="">
          <p:pic>
            <p:nvPicPr>
              <p:cNvPr id="13" name="Ink 12">
                <a:extLst>
                  <a:ext uri="{FF2B5EF4-FFF2-40B4-BE49-F238E27FC236}">
                    <a16:creationId xmlns:a16="http://schemas.microsoft.com/office/drawing/2014/main" id="{E6245059-93D1-9EE5-F0C0-3D3981AA68A8}"/>
                  </a:ext>
                </a:extLst>
              </p:cNvPr>
              <p:cNvPicPr/>
              <p:nvPr/>
            </p:nvPicPr>
            <p:blipFill>
              <a:blip r:embed="rId9"/>
              <a:stretch>
                <a:fillRect/>
              </a:stretch>
            </p:blipFill>
            <p:spPr>
              <a:xfrm>
                <a:off x="5557864" y="4632691"/>
                <a:ext cx="40838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5D0AACFA-9CD1-A975-2E4F-9DC9606DC1B9}"/>
                  </a:ext>
                </a:extLst>
              </p14:cNvPr>
              <p14:cNvContentPartPr/>
              <p14:nvPr/>
            </p14:nvContentPartPr>
            <p14:xfrm>
              <a:off x="5575504" y="4548811"/>
              <a:ext cx="4161600" cy="202320"/>
            </p14:xfrm>
          </p:contentPart>
        </mc:Choice>
        <mc:Fallback xmlns="">
          <p:pic>
            <p:nvPicPr>
              <p:cNvPr id="14" name="Ink 13">
                <a:extLst>
                  <a:ext uri="{FF2B5EF4-FFF2-40B4-BE49-F238E27FC236}">
                    <a16:creationId xmlns:a16="http://schemas.microsoft.com/office/drawing/2014/main" id="{5D0AACFA-9CD1-A975-2E4F-9DC9606DC1B9}"/>
                  </a:ext>
                </a:extLst>
              </p:cNvPr>
              <p:cNvPicPr/>
              <p:nvPr/>
            </p:nvPicPr>
            <p:blipFill>
              <a:blip r:embed="rId11"/>
              <a:stretch>
                <a:fillRect/>
              </a:stretch>
            </p:blipFill>
            <p:spPr>
              <a:xfrm>
                <a:off x="5569384" y="4542691"/>
                <a:ext cx="4173840" cy="214560"/>
              </a:xfrm>
              <a:prstGeom prst="rect">
                <a:avLst/>
              </a:prstGeom>
            </p:spPr>
          </p:pic>
        </mc:Fallback>
      </mc:AlternateContent>
      <p:sp>
        <p:nvSpPr>
          <p:cNvPr id="16" name="Arrow: Left 15">
            <a:extLst>
              <a:ext uri="{FF2B5EF4-FFF2-40B4-BE49-F238E27FC236}">
                <a16:creationId xmlns:a16="http://schemas.microsoft.com/office/drawing/2014/main" id="{A8A96928-FFBA-32A7-38CD-756FA798030F}"/>
              </a:ext>
            </a:extLst>
          </p:cNvPr>
          <p:cNvSpPr/>
          <p:nvPr/>
        </p:nvSpPr>
        <p:spPr>
          <a:xfrm>
            <a:off x="10047642" y="4638811"/>
            <a:ext cx="656217" cy="245161"/>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688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55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2292E3-2BD1-F8AF-CA52-534BC746F927}"/>
              </a:ext>
            </a:extLst>
          </p:cNvPr>
          <p:cNvSpPr>
            <a:spLocks noGrp="1"/>
          </p:cNvSpPr>
          <p:nvPr>
            <p:ph type="title"/>
          </p:nvPr>
        </p:nvSpPr>
        <p:spPr/>
        <p:txBody>
          <a:bodyPr/>
          <a:lstStyle/>
          <a:p>
            <a:r>
              <a:rPr kumimoji="0" lang="en-US" sz="3600" b="1"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lt"/>
                <a:cs typeface="+mj-lt"/>
              </a:rPr>
              <a:t>Working Toward a Solution</a:t>
            </a:r>
            <a:br>
              <a:rPr kumimoji="0" lang="en-US" sz="2800" b="0" i="0" u="none" strike="noStrike" kern="1200" cap="none" spc="0" normalizeH="0" baseline="0" noProof="0" dirty="0">
                <a:ln>
                  <a:noFill/>
                </a:ln>
                <a:solidFill>
                  <a:prstClr val="black">
                    <a:lumMod val="75000"/>
                    <a:lumOff val="25000"/>
                  </a:prstClr>
                </a:solidFill>
                <a:effectLst/>
                <a:uLnTx/>
                <a:uFillTx/>
                <a:latin typeface="Franklin Gothic Demi" panose="020B0502020104020203"/>
                <a:ea typeface="+mj-ea"/>
                <a:cs typeface="+mj-cs"/>
              </a:rPr>
            </a:br>
            <a:endParaRPr lang="en-IN" dirty="0"/>
          </a:p>
        </p:txBody>
      </p:sp>
      <p:sp>
        <p:nvSpPr>
          <p:cNvPr id="6" name="Content Placeholder 5">
            <a:extLst>
              <a:ext uri="{FF2B5EF4-FFF2-40B4-BE49-F238E27FC236}">
                <a16:creationId xmlns:a16="http://schemas.microsoft.com/office/drawing/2014/main" id="{1FD5E13A-9C80-50AE-1EE1-F86C30ED2FE1}"/>
              </a:ext>
            </a:extLst>
          </p:cNvPr>
          <p:cNvSpPr>
            <a:spLocks noGrp="1"/>
          </p:cNvSpPr>
          <p:nvPr>
            <p:ph idx="13"/>
          </p:nvPr>
        </p:nvSpPr>
        <p:spPr>
          <a:xfrm>
            <a:off x="9065345" y="6166661"/>
            <a:ext cx="3172114" cy="59793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2020104020203"/>
              <a:ea typeface="+mn-ea"/>
              <a:cs typeface="+mn-cs"/>
            </a:endParaRPr>
          </a:p>
          <a:p>
            <a:pPr marL="0" indent="0">
              <a:buNone/>
            </a:pPr>
            <a:endParaRPr lang="en-IN" dirty="0"/>
          </a:p>
        </p:txBody>
      </p:sp>
      <p:pic>
        <p:nvPicPr>
          <p:cNvPr id="3" name="Picture 2">
            <a:extLst>
              <a:ext uri="{FF2B5EF4-FFF2-40B4-BE49-F238E27FC236}">
                <a16:creationId xmlns:a16="http://schemas.microsoft.com/office/drawing/2014/main" id="{A111EEE1-F843-AAB7-998C-39EBF0C68D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1193" y="1639228"/>
            <a:ext cx="3489002" cy="3490333"/>
          </a:xfrm>
          <a:prstGeom prst="rect">
            <a:avLst/>
          </a:prstGeom>
        </p:spPr>
      </p:pic>
      <p:pic>
        <p:nvPicPr>
          <p:cNvPr id="9" name="Picture 8">
            <a:extLst>
              <a:ext uri="{FF2B5EF4-FFF2-40B4-BE49-F238E27FC236}">
                <a16:creationId xmlns:a16="http://schemas.microsoft.com/office/drawing/2014/main" id="{7A247D2C-DAD9-55ED-4C1D-3233F21E00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32053" y="1686994"/>
            <a:ext cx="3689754" cy="3646449"/>
          </a:xfrm>
          <a:prstGeom prst="rect">
            <a:avLst/>
          </a:prstGeom>
        </p:spPr>
      </p:pic>
      <p:pic>
        <p:nvPicPr>
          <p:cNvPr id="11" name="Picture 10">
            <a:extLst>
              <a:ext uri="{FF2B5EF4-FFF2-40B4-BE49-F238E27FC236}">
                <a16:creationId xmlns:a16="http://schemas.microsoft.com/office/drawing/2014/main" id="{A1CAE821-43F8-DA56-7B26-50356B3DC6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83665" y="1296516"/>
            <a:ext cx="2970626" cy="3791416"/>
          </a:xfrm>
          <a:prstGeom prst="rect">
            <a:avLst/>
          </a:prstGeom>
        </p:spPr>
      </p:pic>
      <p:pic>
        <p:nvPicPr>
          <p:cNvPr id="2" name="Slide 5">
            <a:hlinkClick r:id="" action="ppaction://media"/>
            <a:extLst>
              <a:ext uri="{FF2B5EF4-FFF2-40B4-BE49-F238E27FC236}">
                <a16:creationId xmlns:a16="http://schemas.microsoft.com/office/drawing/2014/main" id="{8E2847D1-1CF4-3B97-1EF7-63A147C0057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208042" y="5922979"/>
            <a:ext cx="487363" cy="487363"/>
          </a:xfrm>
          <a:prstGeom prst="rect">
            <a:avLst/>
          </a:prstGeom>
        </p:spPr>
      </p:pic>
    </p:spTree>
    <p:extLst>
      <p:ext uri="{BB962C8B-B14F-4D97-AF65-F5344CB8AC3E}">
        <p14:creationId xmlns:p14="http://schemas.microsoft.com/office/powerpoint/2010/main" val="180002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72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8E0EC0-05F5-4847-1386-3671E7CC63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Title 1">
            <a:extLst>
              <a:ext uri="{FF2B5EF4-FFF2-40B4-BE49-F238E27FC236}">
                <a16:creationId xmlns:a16="http://schemas.microsoft.com/office/drawing/2014/main" id="{59D2BDBA-5941-10C6-3628-9478F808F62D}"/>
              </a:ext>
            </a:extLst>
          </p:cNvPr>
          <p:cNvSpPr>
            <a:spLocks noGrp="1"/>
          </p:cNvSpPr>
          <p:nvPr>
            <p:ph type="title"/>
          </p:nvPr>
        </p:nvSpPr>
        <p:spPr>
          <a:xfrm>
            <a:off x="568413" y="2029032"/>
            <a:ext cx="3568021" cy="1932889"/>
          </a:xfrm>
        </p:spPr>
        <p:txBody>
          <a:bodyPr/>
          <a:lstStyle/>
          <a:p>
            <a:pPr algn="ctr"/>
            <a:r>
              <a:rPr kumimoji="0" lang="en-US" sz="3600" b="0" i="0" u="none" strike="noStrike" kern="1200" cap="none" spc="0" normalizeH="0" baseline="0" noProof="0" dirty="0">
                <a:ln>
                  <a:noFill/>
                </a:ln>
                <a:solidFill>
                  <a:srgbClr val="FFFFFF"/>
                </a:solidFill>
                <a:effectLst/>
                <a:uLnTx/>
                <a:uFillTx/>
                <a:latin typeface="Franklin Gothic Demi" panose="020B0502020104020203"/>
                <a:ea typeface="+mj-ea"/>
                <a:cs typeface="+mj-cs"/>
              </a:rPr>
              <a:t>Arriving at the Solution</a:t>
            </a:r>
            <a:endParaRPr lang="en-IN" dirty="0"/>
          </a:p>
        </p:txBody>
      </p:sp>
      <p:sp>
        <p:nvSpPr>
          <p:cNvPr id="5" name="Content Placeholder 4">
            <a:extLst>
              <a:ext uri="{FF2B5EF4-FFF2-40B4-BE49-F238E27FC236}">
                <a16:creationId xmlns:a16="http://schemas.microsoft.com/office/drawing/2014/main" id="{40C59079-AE91-F27F-40B4-7420001E1C6D}"/>
              </a:ext>
            </a:extLst>
          </p:cNvPr>
          <p:cNvSpPr>
            <a:spLocks noGrp="1"/>
          </p:cNvSpPr>
          <p:nvPr>
            <p:ph idx="1"/>
          </p:nvPr>
        </p:nvSpPr>
        <p:spPr>
          <a:xfrm>
            <a:off x="4284512" y="775486"/>
            <a:ext cx="7009310" cy="2800382"/>
          </a:xfrm>
        </p:spPr>
        <p:txBody>
          <a:bodyPr/>
          <a:lstStyle/>
          <a:p>
            <a:pPr marL="0" marR="0" lvl="0" indent="0" algn="l" defTabSz="457200" rtl="0" eaLnBrk="1" fontAlgn="auto" latinLnBrk="0" hangingPunct="1">
              <a:lnSpc>
                <a:spcPct val="100000"/>
              </a:lnSpc>
              <a:spcBef>
                <a:spcPct val="20000"/>
              </a:spcBef>
              <a:spcAft>
                <a:spcPts val="600"/>
              </a:spcAft>
              <a:buClr>
                <a:srgbClr val="ED8428"/>
              </a:buClr>
              <a:buSzPct val="92000"/>
              <a:buNone/>
              <a:tabLst/>
              <a:defRPr/>
            </a:pPr>
            <a:endParaRPr kumimoji="0" lang="en-US" sz="1800" b="0" i="1"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endParaRPr>
          </a:p>
          <a:p>
            <a:pPr marL="0" marR="0" lvl="0" indent="0" algn="l" defTabSz="457200" rtl="0" eaLnBrk="1" fontAlgn="auto" latinLnBrk="0" hangingPunct="1">
              <a:lnSpc>
                <a:spcPct val="100000"/>
              </a:lnSpc>
              <a:spcBef>
                <a:spcPct val="20000"/>
              </a:spcBef>
              <a:spcAft>
                <a:spcPts val="600"/>
              </a:spcAft>
              <a:buClr>
                <a:srgbClr val="ED8428"/>
              </a:buClr>
              <a:buSzPct val="92000"/>
              <a:buFont typeface="Wingdings 2" panose="05020102010507070707" pitchFamily="18" charset="2"/>
              <a:buChar char=""/>
              <a:tabLst/>
              <a:defRPr/>
            </a:pPr>
            <a:r>
              <a:rPr kumimoji="0" lang="en-US" sz="1800" b="0" i="1"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rPr>
              <a:t>This provided me with the flag and allowed me to solve the network capture problem for Team #2.</a:t>
            </a:r>
          </a:p>
          <a:p>
            <a:pPr marL="0" marR="0" lvl="0" indent="0" algn="l" defTabSz="457200" rtl="0" eaLnBrk="1" fontAlgn="auto" latinLnBrk="0" hangingPunct="1">
              <a:lnSpc>
                <a:spcPct val="100000"/>
              </a:lnSpc>
              <a:spcBef>
                <a:spcPct val="20000"/>
              </a:spcBef>
              <a:spcAft>
                <a:spcPts val="600"/>
              </a:spcAft>
              <a:buClr>
                <a:srgbClr val="ED8428"/>
              </a:buClr>
              <a:buSzPct val="92000"/>
              <a:buFont typeface="Wingdings 2" panose="05020102010507070707" pitchFamily="18" charset="2"/>
              <a:buChar char=""/>
              <a:tabLst/>
              <a:defRPr/>
            </a:pPr>
            <a:r>
              <a:rPr kumimoji="0" lang="en-US" sz="1800" b="0" i="1"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rPr>
              <a:t>The screenshot </a:t>
            </a:r>
            <a:r>
              <a:rPr lang="en-US" sz="1800" i="1" dirty="0">
                <a:solidFill>
                  <a:prstClr val="black">
                    <a:lumMod val="75000"/>
                    <a:lumOff val="25000"/>
                  </a:prstClr>
                </a:solidFill>
                <a:latin typeface="Franklin Gothic Book" panose="020B0502020104020203"/>
              </a:rPr>
              <a:t>on Slide 2</a:t>
            </a:r>
            <a:r>
              <a:rPr kumimoji="0" lang="en-US" sz="1800" b="0" i="1"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rPr>
              <a:t> includes the date/time from the host system. </a:t>
            </a:r>
            <a:endParaRPr kumimoji="0" lang="en-US" sz="1800" b="0" i="0" u="none" strike="noStrike" kern="1200" cap="none" spc="0" normalizeH="0" baseline="0" noProof="0" dirty="0">
              <a:ln>
                <a:noFill/>
              </a:ln>
              <a:solidFill>
                <a:prstClr val="black">
                  <a:lumMod val="75000"/>
                  <a:lumOff val="25000"/>
                </a:prstClr>
              </a:solidFill>
              <a:effectLst/>
              <a:uLnTx/>
              <a:uFillTx/>
              <a:latin typeface="Franklin Gothic Book" panose="020B0502020104020203"/>
              <a:ea typeface="+mn-ea"/>
              <a:cs typeface="+mn-cs"/>
            </a:endParaRPr>
          </a:p>
        </p:txBody>
      </p:sp>
      <p:pic>
        <p:nvPicPr>
          <p:cNvPr id="3" name="Slide 6">
            <a:hlinkClick r:id="" action="ppaction://media"/>
            <a:extLst>
              <a:ext uri="{FF2B5EF4-FFF2-40B4-BE49-F238E27FC236}">
                <a16:creationId xmlns:a16="http://schemas.microsoft.com/office/drawing/2014/main" id="{741EC0FA-4F54-1417-6AAE-E2C2790B3400}"/>
              </a:ext>
            </a:extLst>
          </p:cNvPr>
          <p:cNvPicPr>
            <a:picLocks noGrp="1" noChangeAspect="1"/>
          </p:cNvPicPr>
          <p:nvPr>
            <p:ph idx="14"/>
            <a:audioFile r:link="rId2"/>
            <p:extLst>
              <p:ext uri="{DAA4B4D4-6D71-4841-9C94-3DE7FCFB9230}">
                <p14:media xmlns:p14="http://schemas.microsoft.com/office/powerpoint/2010/main" r:embed="rId1"/>
              </p:ext>
            </p:extLst>
          </p:nvPr>
        </p:nvPicPr>
        <p:blipFill>
          <a:blip r:embed="rId5"/>
          <a:stretch>
            <a:fillRect/>
          </a:stretch>
        </p:blipFill>
        <p:spPr>
          <a:xfrm>
            <a:off x="10447338" y="6346825"/>
            <a:ext cx="487362" cy="487363"/>
          </a:xfrm>
        </p:spPr>
      </p:pic>
      <p:pic>
        <p:nvPicPr>
          <p:cNvPr id="11" name="Content Placeholder 10">
            <a:extLst>
              <a:ext uri="{FF2B5EF4-FFF2-40B4-BE49-F238E27FC236}">
                <a16:creationId xmlns:a16="http://schemas.microsoft.com/office/drawing/2014/main" id="{C84D7515-8DE3-2E33-63E2-ADA63C2A65AD}"/>
              </a:ext>
            </a:extLst>
          </p:cNvPr>
          <p:cNvPicPr>
            <a:picLocks noGrp="1" noChangeAspect="1"/>
          </p:cNvPicPr>
          <p:nvPr>
            <p:ph idx="13"/>
          </p:nvPr>
        </p:nvPicPr>
        <p:blipFill>
          <a:blip r:embed="rId6">
            <a:extLst>
              <a:ext uri="{28A0092B-C50C-407E-A947-70E740481C1C}">
                <a14:useLocalDpi xmlns:a14="http://schemas.microsoft.com/office/drawing/2010/main" val="0"/>
              </a:ext>
            </a:extLst>
          </a:blip>
          <a:stretch>
            <a:fillRect/>
          </a:stretch>
        </p:blipFill>
        <p:spPr>
          <a:xfrm>
            <a:off x="4549565" y="3189950"/>
            <a:ext cx="2821391" cy="2976674"/>
          </a:xfrm>
          <a:prstGeom prst="rect">
            <a:avLst/>
          </a:prstGeom>
        </p:spPr>
      </p:pic>
      <p:pic>
        <p:nvPicPr>
          <p:cNvPr id="13" name="Picture 12">
            <a:extLst>
              <a:ext uri="{FF2B5EF4-FFF2-40B4-BE49-F238E27FC236}">
                <a16:creationId xmlns:a16="http://schemas.microsoft.com/office/drawing/2014/main" id="{345A7312-DCC5-6E94-9866-A029532469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42436" y="3189950"/>
            <a:ext cx="3230296" cy="2976675"/>
          </a:xfrm>
          <a:prstGeom prst="rect">
            <a:avLst/>
          </a:prstGeom>
        </p:spPr>
      </p:pic>
      <p:sp>
        <p:nvSpPr>
          <p:cNvPr id="2" name="Arrow: Left 1">
            <a:extLst>
              <a:ext uri="{FF2B5EF4-FFF2-40B4-BE49-F238E27FC236}">
                <a16:creationId xmlns:a16="http://schemas.microsoft.com/office/drawing/2014/main" id="{73067C15-04F9-C041-A008-DEFA536A08C5}"/>
              </a:ext>
            </a:extLst>
          </p:cNvPr>
          <p:cNvSpPr/>
          <p:nvPr/>
        </p:nvSpPr>
        <p:spPr>
          <a:xfrm>
            <a:off x="8939604" y="5389581"/>
            <a:ext cx="978408" cy="24742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460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2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F7E9-6D50-4EAA-A725-4FEBB2754DAD}"/>
              </a:ext>
            </a:extLst>
          </p:cNvPr>
          <p:cNvSpPr>
            <a:spLocks noGrp="1"/>
          </p:cNvSpPr>
          <p:nvPr>
            <p:ph type="title"/>
          </p:nvPr>
        </p:nvSpPr>
        <p:spPr/>
        <p:txBody>
          <a:bodyPr>
            <a:normAutofit/>
          </a:bodyPr>
          <a:lstStyle/>
          <a:p>
            <a:r>
              <a:rPr lang="en-US" sz="3600" b="1" cap="none" dirty="0">
                <a:ea typeface="+mj-lt"/>
                <a:cs typeface="+mj-lt"/>
              </a:rPr>
              <a:t>Strategies, Pitfalls, Lessons Learned</a:t>
            </a:r>
            <a:endParaRPr lang="en-US" sz="3600" cap="none" dirty="0"/>
          </a:p>
        </p:txBody>
      </p:sp>
      <p:sp>
        <p:nvSpPr>
          <p:cNvPr id="4" name="Content Placeholder 3">
            <a:extLst>
              <a:ext uri="{FF2B5EF4-FFF2-40B4-BE49-F238E27FC236}">
                <a16:creationId xmlns:a16="http://schemas.microsoft.com/office/drawing/2014/main" id="{6FC6BB2A-2657-9FAB-5B20-300A75AC32D5}"/>
              </a:ext>
            </a:extLst>
          </p:cNvPr>
          <p:cNvSpPr>
            <a:spLocks noGrp="1"/>
          </p:cNvSpPr>
          <p:nvPr>
            <p:ph idx="1"/>
          </p:nvPr>
        </p:nvSpPr>
        <p:spPr>
          <a:xfrm>
            <a:off x="581192" y="2211742"/>
            <a:ext cx="4176356" cy="3408142"/>
          </a:xfrm>
        </p:spPr>
        <p:txBody>
          <a:bodyPr>
            <a:normAutofit/>
          </a:bodyPr>
          <a:lstStyle/>
          <a:p>
            <a:pPr marL="0" indent="0">
              <a:buNone/>
            </a:pPr>
            <a:endParaRPr lang="en-US" dirty="0"/>
          </a:p>
          <a:p>
            <a:r>
              <a:rPr lang="en-US" dirty="0"/>
              <a:t>Identified password hash in /etc/shadow efficiently using grep</a:t>
            </a:r>
          </a:p>
          <a:p>
            <a:r>
              <a:rPr lang="en-US" dirty="0"/>
              <a:t>Used a structured approach: locate → extract → crack → verify</a:t>
            </a:r>
          </a:p>
          <a:p>
            <a:r>
              <a:rPr lang="en-US" dirty="0"/>
              <a:t>Recognized hash format (MD5-style $1$) before cracking</a:t>
            </a:r>
          </a:p>
          <a:p>
            <a:endParaRPr lang="en-US" dirty="0"/>
          </a:p>
          <a:p>
            <a:endParaRPr lang="en-US" dirty="0"/>
          </a:p>
        </p:txBody>
      </p:sp>
      <p:pic>
        <p:nvPicPr>
          <p:cNvPr id="14" name="Slide 7">
            <a:hlinkClick r:id="" action="ppaction://media"/>
            <a:extLst>
              <a:ext uri="{FF2B5EF4-FFF2-40B4-BE49-F238E27FC236}">
                <a16:creationId xmlns:a16="http://schemas.microsoft.com/office/drawing/2014/main" id="{641AFF20-17AF-9D85-5545-70C716732CBB}"/>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5"/>
          <a:stretch>
            <a:fillRect/>
          </a:stretch>
        </p:blipFill>
        <p:spPr>
          <a:xfrm>
            <a:off x="10258425" y="6069013"/>
            <a:ext cx="487363" cy="487362"/>
          </a:xfrm>
        </p:spPr>
      </p:pic>
      <p:pic>
        <p:nvPicPr>
          <p:cNvPr id="10" name="Picture 9">
            <a:extLst>
              <a:ext uri="{FF2B5EF4-FFF2-40B4-BE49-F238E27FC236}">
                <a16:creationId xmlns:a16="http://schemas.microsoft.com/office/drawing/2014/main" id="{4D095D7C-D4A1-8959-45FB-B0E0F0DDFB46}"/>
              </a:ext>
            </a:extLst>
          </p:cNvPr>
          <p:cNvPicPr>
            <a:picLocks noChangeAspect="1"/>
          </p:cNvPicPr>
          <p:nvPr/>
        </p:nvPicPr>
        <p:blipFill>
          <a:blip r:embed="rId6"/>
          <a:stretch>
            <a:fillRect/>
          </a:stretch>
        </p:blipFill>
        <p:spPr>
          <a:xfrm>
            <a:off x="4859958" y="4190183"/>
            <a:ext cx="3779937" cy="1827764"/>
          </a:xfrm>
          <a:prstGeom prst="rect">
            <a:avLst/>
          </a:prstGeom>
        </p:spPr>
      </p:pic>
      <p:sp>
        <p:nvSpPr>
          <p:cNvPr id="11" name="TextBox 10">
            <a:extLst>
              <a:ext uri="{FF2B5EF4-FFF2-40B4-BE49-F238E27FC236}">
                <a16:creationId xmlns:a16="http://schemas.microsoft.com/office/drawing/2014/main" id="{B8A5A18D-55D1-7951-E827-AF03EA698558}"/>
              </a:ext>
            </a:extLst>
          </p:cNvPr>
          <p:cNvSpPr txBox="1"/>
          <p:nvPr/>
        </p:nvSpPr>
        <p:spPr>
          <a:xfrm>
            <a:off x="8283388" y="2351622"/>
            <a:ext cx="2532969" cy="369332"/>
          </a:xfrm>
          <a:prstGeom prst="rect">
            <a:avLst/>
          </a:prstGeom>
          <a:noFill/>
        </p:spPr>
        <p:txBody>
          <a:bodyPr wrap="square" rtlCol="0">
            <a:spAutoFit/>
          </a:bodyPr>
          <a:lstStyle/>
          <a:p>
            <a:endParaRPr lang="en-US" dirty="0"/>
          </a:p>
        </p:txBody>
      </p:sp>
      <p:pic>
        <p:nvPicPr>
          <p:cNvPr id="13" name="Picture 12">
            <a:extLst>
              <a:ext uri="{FF2B5EF4-FFF2-40B4-BE49-F238E27FC236}">
                <a16:creationId xmlns:a16="http://schemas.microsoft.com/office/drawing/2014/main" id="{A8F0080D-A33A-3303-1087-60E6D34541AC}"/>
              </a:ext>
            </a:extLst>
          </p:cNvPr>
          <p:cNvPicPr>
            <a:picLocks noChangeAspect="1"/>
          </p:cNvPicPr>
          <p:nvPr/>
        </p:nvPicPr>
        <p:blipFill>
          <a:blip r:embed="rId7"/>
          <a:stretch>
            <a:fillRect/>
          </a:stretch>
        </p:blipFill>
        <p:spPr>
          <a:xfrm>
            <a:off x="6749927" y="2351622"/>
            <a:ext cx="4352921" cy="1377815"/>
          </a:xfrm>
          <a:prstGeom prst="rect">
            <a:avLst/>
          </a:prstGeom>
        </p:spPr>
      </p:pic>
    </p:spTree>
    <p:extLst>
      <p:ext uri="{BB962C8B-B14F-4D97-AF65-F5344CB8AC3E}">
        <p14:creationId xmlns:p14="http://schemas.microsoft.com/office/powerpoint/2010/main" val="172676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51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F7E9-6D50-4EAA-A725-4FEBB2754DAD}"/>
              </a:ext>
            </a:extLst>
          </p:cNvPr>
          <p:cNvSpPr>
            <a:spLocks noGrp="1"/>
          </p:cNvSpPr>
          <p:nvPr>
            <p:ph type="title"/>
          </p:nvPr>
        </p:nvSpPr>
        <p:spPr/>
        <p:txBody>
          <a:bodyPr/>
          <a:lstStyle/>
          <a:p>
            <a:r>
              <a:rPr lang="en-US" sz="3600" b="1" cap="none" dirty="0">
                <a:ea typeface="+mj-lt"/>
                <a:cs typeface="+mj-lt"/>
              </a:rPr>
              <a:t>The Relationship to the Workplace</a:t>
            </a:r>
            <a:endParaRPr lang="en-US" dirty="0"/>
          </a:p>
        </p:txBody>
      </p:sp>
      <p:sp>
        <p:nvSpPr>
          <p:cNvPr id="4" name="Content Placeholder 3">
            <a:extLst>
              <a:ext uri="{FF2B5EF4-FFF2-40B4-BE49-F238E27FC236}">
                <a16:creationId xmlns:a16="http://schemas.microsoft.com/office/drawing/2014/main" id="{65564FB2-0BAD-EF66-C695-75B5E213AD24}"/>
              </a:ext>
            </a:extLst>
          </p:cNvPr>
          <p:cNvSpPr>
            <a:spLocks noGrp="1"/>
          </p:cNvSpPr>
          <p:nvPr>
            <p:ph idx="1"/>
          </p:nvPr>
        </p:nvSpPr>
        <p:spPr>
          <a:xfrm>
            <a:off x="581193" y="2340863"/>
            <a:ext cx="3485198" cy="3349149"/>
          </a:xfrm>
        </p:spPr>
        <p:txBody>
          <a:bodyPr/>
          <a:lstStyle/>
          <a:p>
            <a:r>
              <a:rPr lang="en-US" dirty="0"/>
              <a:t>Simulates real-world cybersecurity investigations</a:t>
            </a:r>
          </a:p>
          <a:p>
            <a:r>
              <a:rPr lang="en-US" dirty="0"/>
              <a:t>Demonstrates how attackers exploit weak passwords</a:t>
            </a:r>
          </a:p>
          <a:p>
            <a:r>
              <a:rPr lang="en-US" dirty="0"/>
              <a:t>Shows importance of password auditing and security testing</a:t>
            </a:r>
          </a:p>
          <a:p>
            <a:endParaRPr lang="en-IN" dirty="0"/>
          </a:p>
        </p:txBody>
      </p:sp>
      <p:pic>
        <p:nvPicPr>
          <p:cNvPr id="6" name="Slide 8">
            <a:hlinkClick r:id="" action="ppaction://media"/>
            <a:extLst>
              <a:ext uri="{FF2B5EF4-FFF2-40B4-BE49-F238E27FC236}">
                <a16:creationId xmlns:a16="http://schemas.microsoft.com/office/drawing/2014/main" id="{C4B6FEB2-8E6D-5B18-943D-DFF9B54DA8E4}"/>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5"/>
          <a:stretch>
            <a:fillRect/>
          </a:stretch>
        </p:blipFill>
        <p:spPr>
          <a:xfrm>
            <a:off x="10318750" y="6069013"/>
            <a:ext cx="487363" cy="487362"/>
          </a:xfrm>
        </p:spPr>
      </p:pic>
      <p:sp>
        <p:nvSpPr>
          <p:cNvPr id="3" name="TextBox 2">
            <a:extLst>
              <a:ext uri="{FF2B5EF4-FFF2-40B4-BE49-F238E27FC236}">
                <a16:creationId xmlns:a16="http://schemas.microsoft.com/office/drawing/2014/main" id="{A1989CD4-08C1-1EE2-C89E-A62767B53607}"/>
              </a:ext>
            </a:extLst>
          </p:cNvPr>
          <p:cNvSpPr txBox="1"/>
          <p:nvPr/>
        </p:nvSpPr>
        <p:spPr>
          <a:xfrm>
            <a:off x="4833771" y="2442969"/>
            <a:ext cx="6583680" cy="3247043"/>
          </a:xfrm>
          <a:prstGeom prst="rect">
            <a:avLst/>
          </a:prstGeom>
          <a:noFill/>
        </p:spPr>
        <p:txBody>
          <a:bodyPr wrap="square" rtlCol="0">
            <a:spAutoFit/>
          </a:bodyPr>
          <a:lstStyle/>
          <a:p>
            <a:r>
              <a:rPr lang="en-US" b="1" dirty="0"/>
              <a:t>Workplace Applications:</a:t>
            </a:r>
            <a:endParaRPr lang="en-US" dirty="0"/>
          </a:p>
          <a:p>
            <a:pPr marL="285750" indent="-285750">
              <a:buFont typeface="Wingdings" panose="05000000000000000000" pitchFamily="2" charset="2"/>
              <a:buChar char="§"/>
            </a:pPr>
            <a:r>
              <a:rPr lang="en-US" sz="1700" dirty="0"/>
              <a:t>Security analysts assess password strength</a:t>
            </a:r>
          </a:p>
          <a:p>
            <a:endParaRPr lang="en-US" sz="1700" dirty="0"/>
          </a:p>
          <a:p>
            <a:pPr marL="285750" indent="-285750">
              <a:buFont typeface="Wingdings" panose="05000000000000000000" pitchFamily="2" charset="2"/>
              <a:buChar char="§"/>
            </a:pPr>
            <a:r>
              <a:rPr lang="en-US" sz="1700" dirty="0"/>
              <a:t>Penetration testers simulate attacks to find vulnerabilities</a:t>
            </a:r>
          </a:p>
          <a:p>
            <a:endParaRPr lang="en-US" sz="1700" dirty="0"/>
          </a:p>
          <a:p>
            <a:pPr marL="285750" indent="-285750">
              <a:buFont typeface="Wingdings" panose="05000000000000000000" pitchFamily="2" charset="2"/>
              <a:buChar char="§"/>
            </a:pPr>
            <a:r>
              <a:rPr lang="en-US" sz="1700" dirty="0"/>
              <a:t>Organizations implement:</a:t>
            </a:r>
          </a:p>
          <a:p>
            <a:pPr marL="742950" lvl="1" indent="-285750">
              <a:buFont typeface="Wingdings" panose="05000000000000000000" pitchFamily="2" charset="2"/>
              <a:buChar char="q"/>
            </a:pPr>
            <a:r>
              <a:rPr lang="en-US" sz="1700" dirty="0"/>
              <a:t>Strong password policies</a:t>
            </a:r>
          </a:p>
          <a:p>
            <a:pPr marL="742950" lvl="1" indent="-285750">
              <a:buFont typeface="Wingdings" panose="05000000000000000000" pitchFamily="2" charset="2"/>
              <a:buChar char="q"/>
            </a:pPr>
            <a:r>
              <a:rPr lang="en-US" sz="1700" dirty="0"/>
              <a:t>Multi-factor authentication</a:t>
            </a:r>
          </a:p>
          <a:p>
            <a:pPr marL="742950" lvl="1" indent="-285750">
              <a:buFont typeface="Wingdings" panose="05000000000000000000" pitchFamily="2" charset="2"/>
              <a:buChar char="q"/>
            </a:pPr>
            <a:r>
              <a:rPr lang="en-US" sz="1700" dirty="0"/>
              <a:t>Secure hashing algorithms</a:t>
            </a:r>
          </a:p>
          <a:p>
            <a:pPr lvl="1"/>
            <a:endParaRPr lang="en-US" sz="1700" dirty="0"/>
          </a:p>
          <a:p>
            <a:pPr marL="285750" indent="-285750">
              <a:buFont typeface="Wingdings" panose="05000000000000000000" pitchFamily="2" charset="2"/>
              <a:buChar char="§"/>
            </a:pPr>
            <a:r>
              <a:rPr lang="en-US" sz="1700" dirty="0"/>
              <a:t>Aligns with best practices from National Institute of Standards and Technology</a:t>
            </a:r>
          </a:p>
        </p:txBody>
      </p:sp>
    </p:spTree>
    <p:extLst>
      <p:ext uri="{BB962C8B-B14F-4D97-AF65-F5344CB8AC3E}">
        <p14:creationId xmlns:p14="http://schemas.microsoft.com/office/powerpoint/2010/main" val="420341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2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3F7E9-6D50-4EAA-A725-4FEBB2754DAD}"/>
              </a:ext>
            </a:extLst>
          </p:cNvPr>
          <p:cNvSpPr>
            <a:spLocks noGrp="1"/>
          </p:cNvSpPr>
          <p:nvPr>
            <p:ph type="title"/>
          </p:nvPr>
        </p:nvSpPr>
        <p:spPr/>
        <p:txBody>
          <a:bodyPr>
            <a:normAutofit/>
          </a:bodyPr>
          <a:lstStyle/>
          <a:p>
            <a:r>
              <a:rPr lang="en-US" sz="3600" b="1" cap="none" dirty="0"/>
              <a:t>Summary</a:t>
            </a:r>
          </a:p>
        </p:txBody>
      </p:sp>
      <p:sp>
        <p:nvSpPr>
          <p:cNvPr id="4" name="Content Placeholder 3">
            <a:extLst>
              <a:ext uri="{FF2B5EF4-FFF2-40B4-BE49-F238E27FC236}">
                <a16:creationId xmlns:a16="http://schemas.microsoft.com/office/drawing/2014/main" id="{D4685867-E729-B53A-A689-8985645F0408}"/>
              </a:ext>
            </a:extLst>
          </p:cNvPr>
          <p:cNvSpPr>
            <a:spLocks noGrp="1"/>
          </p:cNvSpPr>
          <p:nvPr>
            <p:ph idx="1"/>
          </p:nvPr>
        </p:nvSpPr>
        <p:spPr>
          <a:xfrm>
            <a:off x="581192" y="2340863"/>
            <a:ext cx="6508097" cy="3354065"/>
          </a:xfrm>
        </p:spPr>
        <p:txBody>
          <a:bodyPr/>
          <a:lstStyle/>
          <a:p>
            <a:pPr marL="0" indent="0">
              <a:buNone/>
            </a:pPr>
            <a:r>
              <a:rPr lang="en-US" b="1" dirty="0"/>
              <a:t>Key Takeaways:</a:t>
            </a:r>
            <a:endParaRPr lang="en-US" dirty="0"/>
          </a:p>
          <a:p>
            <a:r>
              <a:rPr lang="en-US" dirty="0"/>
              <a:t>Password hashes can still be vulnerable if passwords are weak</a:t>
            </a:r>
          </a:p>
          <a:p>
            <a:r>
              <a:rPr lang="en-US" dirty="0"/>
              <a:t>Understanding system files like /etc/shadow is essential</a:t>
            </a:r>
          </a:p>
          <a:p>
            <a:r>
              <a:rPr lang="en-US" dirty="0"/>
              <a:t>CTF challenges build real-world cybersecurity skills</a:t>
            </a:r>
          </a:p>
          <a:p>
            <a:pPr marL="0" indent="0">
              <a:buNone/>
            </a:pPr>
            <a:endParaRPr lang="en-IN" dirty="0"/>
          </a:p>
        </p:txBody>
      </p:sp>
      <p:pic>
        <p:nvPicPr>
          <p:cNvPr id="6" name="Slide 9">
            <a:hlinkClick r:id="" action="ppaction://media"/>
            <a:extLst>
              <a:ext uri="{FF2B5EF4-FFF2-40B4-BE49-F238E27FC236}">
                <a16:creationId xmlns:a16="http://schemas.microsoft.com/office/drawing/2014/main" id="{78CFE763-0F49-1D20-0324-A386F15E1F67}"/>
              </a:ext>
            </a:extLst>
          </p:cNvPr>
          <p:cNvPicPr>
            <a:picLocks noGrp="1" noChangeAspect="1"/>
          </p:cNvPicPr>
          <p:nvPr>
            <p:ph idx="13"/>
            <a:audioFile r:link="rId2"/>
            <p:extLst>
              <p:ext uri="{DAA4B4D4-6D71-4841-9C94-3DE7FCFB9230}">
                <p14:media xmlns:p14="http://schemas.microsoft.com/office/powerpoint/2010/main" r:embed="rId1"/>
              </p:ext>
            </p:extLst>
          </p:nvPr>
        </p:nvPicPr>
        <p:blipFill>
          <a:blip r:embed="rId5"/>
          <a:stretch>
            <a:fillRect/>
          </a:stretch>
        </p:blipFill>
        <p:spPr>
          <a:xfrm>
            <a:off x="10244138" y="6069013"/>
            <a:ext cx="487362" cy="487362"/>
          </a:xfrm>
        </p:spPr>
      </p:pic>
      <p:sp>
        <p:nvSpPr>
          <p:cNvPr id="3" name="TextBox 2">
            <a:extLst>
              <a:ext uri="{FF2B5EF4-FFF2-40B4-BE49-F238E27FC236}">
                <a16:creationId xmlns:a16="http://schemas.microsoft.com/office/drawing/2014/main" id="{C4C9203A-CBA5-83A4-275E-45631D5C7102}"/>
              </a:ext>
            </a:extLst>
          </p:cNvPr>
          <p:cNvSpPr txBox="1"/>
          <p:nvPr/>
        </p:nvSpPr>
        <p:spPr>
          <a:xfrm>
            <a:off x="7713233" y="1296516"/>
            <a:ext cx="3593055" cy="4801314"/>
          </a:xfrm>
          <a:prstGeom prst="rect">
            <a:avLst/>
          </a:prstGeom>
          <a:noFill/>
        </p:spPr>
        <p:txBody>
          <a:bodyPr wrap="square" rtlCol="0">
            <a:spAutoFit/>
          </a:bodyPr>
          <a:lstStyle/>
          <a:p>
            <a:pPr marL="285750" indent="-285750">
              <a:buFont typeface="Wingdings" panose="05000000000000000000" pitchFamily="2" charset="2"/>
              <a:buChar char="§"/>
            </a:pPr>
            <a:r>
              <a:rPr lang="en-US" dirty="0"/>
              <a:t>Hack The Box</a:t>
            </a:r>
            <a:br>
              <a:rPr lang="en-US" dirty="0"/>
            </a:br>
            <a:r>
              <a:rPr lang="en-US" dirty="0">
                <a:hlinkClick r:id="rId6"/>
              </a:rPr>
              <a:t>https://www.hackthebox.com</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TryHackMe</a:t>
            </a:r>
            <a:br>
              <a:rPr lang="en-US" dirty="0"/>
            </a:br>
            <a:r>
              <a:rPr lang="en-US" dirty="0">
                <a:hlinkClick r:id="rId7"/>
              </a:rPr>
              <a:t>https://tryhackme.com</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OverTheWire</a:t>
            </a:r>
            <a:br>
              <a:rPr lang="en-US" dirty="0"/>
            </a:br>
            <a:r>
              <a:rPr lang="en-US" dirty="0">
                <a:hlinkClick r:id="rId8"/>
              </a:rPr>
              <a:t>https://overthewire.org</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CTFtime</a:t>
            </a:r>
            <a:br>
              <a:rPr lang="en-US" dirty="0"/>
            </a:br>
            <a:r>
              <a:rPr lang="en-US" dirty="0">
                <a:hlinkClick r:id="rId9"/>
              </a:rPr>
              <a:t>https://ctftime.org</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PicoCTF</a:t>
            </a:r>
            <a:br>
              <a:rPr lang="en-US" dirty="0"/>
            </a:br>
            <a:r>
              <a:rPr lang="en-US" dirty="0">
                <a:hlinkClick r:id="rId10"/>
              </a:rPr>
              <a:t>https://picoctf.org</a:t>
            </a:r>
            <a:endParaRPr lang="en-US" dirty="0"/>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dirty="0"/>
              <a:t>Root Me</a:t>
            </a:r>
            <a:br>
              <a:rPr lang="en-US" dirty="0"/>
            </a:br>
            <a:r>
              <a:rPr lang="en-US" dirty="0">
                <a:hlinkClick r:id="rId11"/>
              </a:rPr>
              <a:t>https://www.root-me.org</a:t>
            </a:r>
            <a:endParaRPr lang="en-US" dirty="0"/>
          </a:p>
        </p:txBody>
      </p:sp>
    </p:spTree>
    <p:extLst>
      <p:ext uri="{BB962C8B-B14F-4D97-AF65-F5344CB8AC3E}">
        <p14:creationId xmlns:p14="http://schemas.microsoft.com/office/powerpoint/2010/main" val="240711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5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25BF4-C797-43EC-9C0F-119685EDEBEF}"/>
              </a:ext>
            </a:extLst>
          </p:cNvPr>
          <p:cNvSpPr>
            <a:spLocks noGrp="1"/>
          </p:cNvSpPr>
          <p:nvPr>
            <p:ph type="title"/>
          </p:nvPr>
        </p:nvSpPr>
        <p:spPr/>
        <p:txBody>
          <a:bodyPr>
            <a:normAutofit/>
          </a:bodyPr>
          <a:lstStyle/>
          <a:p>
            <a:r>
              <a:rPr lang="en-US" sz="3600" b="1" cap="none" dirty="0"/>
              <a:t>References</a:t>
            </a:r>
          </a:p>
        </p:txBody>
      </p:sp>
      <p:sp>
        <p:nvSpPr>
          <p:cNvPr id="4" name="Content Placeholder 3">
            <a:extLst>
              <a:ext uri="{FF2B5EF4-FFF2-40B4-BE49-F238E27FC236}">
                <a16:creationId xmlns:a16="http://schemas.microsoft.com/office/drawing/2014/main" id="{AF9EA70E-5B9F-5069-3007-28D5B3B05BFE}"/>
              </a:ext>
            </a:extLst>
          </p:cNvPr>
          <p:cNvSpPr>
            <a:spLocks noGrp="1"/>
          </p:cNvSpPr>
          <p:nvPr>
            <p:ph idx="1"/>
          </p:nvPr>
        </p:nvSpPr>
        <p:spPr>
          <a:xfrm>
            <a:off x="581192" y="2340864"/>
            <a:ext cx="11029616" cy="3270912"/>
          </a:xfrm>
        </p:spPr>
        <p:txBody>
          <a:bodyPr>
            <a:normAutofit fontScale="92500" lnSpcReduction="20000"/>
          </a:bodyPr>
          <a:lstStyle/>
          <a:p>
            <a:r>
              <a:rPr lang="en-IN" dirty="0"/>
              <a:t>National Institute of Standards and Technology. (2020). Digital identity guidelines. </a:t>
            </a:r>
            <a:r>
              <a:rPr lang="en-IN" dirty="0">
                <a:hlinkClick r:id="rId3"/>
              </a:rPr>
              <a:t>https://pages.nist.gov/800-63-3/</a:t>
            </a:r>
            <a:endParaRPr lang="en-IN" dirty="0"/>
          </a:p>
          <a:p>
            <a:pPr marL="0" indent="0">
              <a:buNone/>
            </a:pPr>
            <a:endParaRPr lang="en-IN" dirty="0"/>
          </a:p>
          <a:p>
            <a:r>
              <a:rPr lang="en-IN" dirty="0"/>
              <a:t>Openwall. (n.d.). John the Ripper password cracker. https://www.openwall.com/john/</a:t>
            </a:r>
          </a:p>
          <a:p>
            <a:endParaRPr lang="en-IN" dirty="0"/>
          </a:p>
          <a:p>
            <a:r>
              <a:rPr lang="en-IN" dirty="0"/>
              <a:t>Rapid7. (n.d.). Metasploitable vulnerable virtual machine. https://docs.rapid7.com/metasploit/metasploitable-2/</a:t>
            </a:r>
          </a:p>
          <a:p>
            <a:endParaRPr lang="en-IN" dirty="0"/>
          </a:p>
          <a:p>
            <a:r>
              <a:rPr lang="en-IN" dirty="0"/>
              <a:t>Oracle. (n.d.). Oracle VM VirtualBox. </a:t>
            </a:r>
            <a:r>
              <a:rPr lang="en-IN" dirty="0">
                <a:hlinkClick r:id="rId4"/>
              </a:rPr>
              <a:t>https://www.virtualbox.org/</a:t>
            </a:r>
            <a:endParaRPr lang="en-IN" dirty="0"/>
          </a:p>
          <a:p>
            <a:pPr marL="0" indent="0">
              <a:buNone/>
            </a:pPr>
            <a:endParaRPr lang="en-IN" dirty="0"/>
          </a:p>
          <a:p>
            <a:r>
              <a:rPr lang="en-US" dirty="0"/>
              <a:t>William Stallings. (2017). Cryptography and Network Security: Principles and Practice (7th ed.). Pearson.</a:t>
            </a:r>
            <a:endParaRPr lang="en-IN" dirty="0"/>
          </a:p>
        </p:txBody>
      </p:sp>
    </p:spTree>
    <p:extLst>
      <p:ext uri="{BB962C8B-B14F-4D97-AF65-F5344CB8AC3E}">
        <p14:creationId xmlns:p14="http://schemas.microsoft.com/office/powerpoint/2010/main" val="229444160"/>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96993CBF01D2A419B9AA5EFA59733BD" ma:contentTypeVersion="14" ma:contentTypeDescription="Create a new document." ma:contentTypeScope="" ma:versionID="5930f7906f90bb5c3c31471cdc139256">
  <xsd:schema xmlns:xsd="http://www.w3.org/2001/XMLSchema" xmlns:xs="http://www.w3.org/2001/XMLSchema" xmlns:p="http://schemas.microsoft.com/office/2006/metadata/properties" xmlns:ns2="5ac4be76-cdf4-4081-9f4e-265c46b434bd" xmlns:ns3="be58fd06-1568-4f62-b9d7-229925f5c594" targetNamespace="http://schemas.microsoft.com/office/2006/metadata/properties" ma:root="true" ma:fieldsID="d16a506d54d77870d1fdd1c0c32ebb81" ns2:_="" ns3:_="">
    <xsd:import namespace="5ac4be76-cdf4-4081-9f4e-265c46b434bd"/>
    <xsd:import namespace="be58fd06-1568-4f62-b9d7-229925f5c59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c4be76-cdf4-4081-9f4e-265c46b43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ba4fac0-d487-47d5-b016-e7dff8a36d7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58fd06-1568-4f62-b9d7-229925f5c59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fca22bde-36a0-476e-b797-c34eeda9bd73}" ma:internalName="TaxCatchAll" ma:showField="CatchAllData" ma:web="be58fd06-1568-4f62-b9d7-229925f5c5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e58fd06-1568-4f62-b9d7-229925f5c594" xsi:nil="true"/>
    <lcf76f155ced4ddcb4097134ff3c332f xmlns="5ac4be76-cdf4-4081-9f4e-265c46b434b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900F729-EDED-4EB6-A871-0C1876076088}">
  <ds:schemaRefs>
    <ds:schemaRef ds:uri="http://schemas.microsoft.com/sharepoint/v3/contenttype/forms"/>
  </ds:schemaRefs>
</ds:datastoreItem>
</file>

<file path=customXml/itemProps2.xml><?xml version="1.0" encoding="utf-8"?>
<ds:datastoreItem xmlns:ds="http://schemas.openxmlformats.org/officeDocument/2006/customXml" ds:itemID="{0E73F600-C06B-40FF-89C2-28111D54BF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c4be76-cdf4-4081-9f4e-265c46b434bd"/>
    <ds:schemaRef ds:uri="be58fd06-1568-4f62-b9d7-229925f5c5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BA907D7-094F-4C3C-91C9-79862E6EC7CC}">
  <ds:schemaRefs>
    <ds:schemaRef ds:uri="http://purl.org/dc/dcmitype/"/>
    <ds:schemaRef ds:uri="http://schemas.microsoft.com/office/infopath/2007/PartnerControls"/>
    <ds:schemaRef ds:uri="http://purl.org/dc/elements/1.1/"/>
    <ds:schemaRef ds:uri="http://schemas.microsoft.com/office/2006/metadata/properties"/>
    <ds:schemaRef ds:uri="42411b68-02d5-4f09-93d3-ef94c7806c0f"/>
    <ds:schemaRef ds:uri="http://purl.org/dc/terms/"/>
    <ds:schemaRef ds:uri="http://schemas.openxmlformats.org/package/2006/metadata/core-properties"/>
    <ds:schemaRef ds:uri="http://schemas.microsoft.com/office/2006/documentManagement/types"/>
    <ds:schemaRef ds:uri="d6bdd6d0-03ec-49c9-9ca3-ad6d5cb1bde4"/>
    <ds:schemaRef ds:uri="http://www.w3.org/XML/1998/namespace"/>
    <ds:schemaRef ds:uri="be58fd06-1568-4f62-b9d7-229925f5c594"/>
    <ds:schemaRef ds:uri="5ac4be76-cdf4-4081-9f4e-265c46b434bd"/>
  </ds:schemaRefs>
</ds:datastoreItem>
</file>

<file path=docProps/app.xml><?xml version="1.0" encoding="utf-8"?>
<Properties xmlns="http://schemas.openxmlformats.org/officeDocument/2006/extended-properties" xmlns:vt="http://schemas.openxmlformats.org/officeDocument/2006/docPropsVTypes">
  <Template>office theme</Template>
  <TotalTime>967</TotalTime>
  <Words>1524</Words>
  <Application>Microsoft Office PowerPoint</Application>
  <PresentationFormat>Widescreen</PresentationFormat>
  <Paragraphs>111</Paragraphs>
  <Slides>10</Slides>
  <Notes>9</Notes>
  <HiddenSlides>0</HiddenSlides>
  <MMClips>8</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Calibri Light</vt:lpstr>
      <vt:lpstr>Franklin Gothic Book</vt:lpstr>
      <vt:lpstr>Franklin Gothic Demi</vt:lpstr>
      <vt:lpstr>Wingdings</vt:lpstr>
      <vt:lpstr>Wingdings 2</vt:lpstr>
      <vt:lpstr>DividendVTI</vt:lpstr>
      <vt:lpstr>Capture  The  Flag</vt:lpstr>
      <vt:lpstr>Introduction</vt:lpstr>
      <vt:lpstr>CTF Category Description </vt:lpstr>
      <vt:lpstr>Introduction to the Problem </vt:lpstr>
      <vt:lpstr>Working Toward a Solution </vt:lpstr>
      <vt:lpstr>Arriving at the Solution</vt:lpstr>
      <vt:lpstr>Strategies, Pitfalls, Lessons Learned</vt:lpstr>
      <vt:lpstr>The Relationship to the Workplace</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Capture the Flag Presentation</dc:title>
  <dc:creator>Sheryl Hirsch</dc:creator>
  <cp:lastModifiedBy>Latasha Kellon</cp:lastModifiedBy>
  <cp:revision>18</cp:revision>
  <dcterms:created xsi:type="dcterms:W3CDTF">2020-09-30T13:22:21Z</dcterms:created>
  <dcterms:modified xsi:type="dcterms:W3CDTF">2026-04-25T21:00:13Z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0x010100E96993CBF01D2A419B9AA5EFA59733BD</vt:lpwstr>
  </property>
</Properties>
</file>